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1"/>
  </p:notesMasterIdLst>
  <p:sldIdLst>
    <p:sldId id="256" r:id="rId4"/>
    <p:sldId id="257" r:id="rId5"/>
    <p:sldId id="258" r:id="rId6"/>
    <p:sldId id="259" r:id="rId7"/>
    <p:sldId id="260" r:id="rId8"/>
    <p:sldId id="261" r:id="rId9"/>
    <p:sldId id="262" r:id="rId10"/>
  </p:sldIdLst>
  <p:sldSz cx="12192000" cy="6858000"/>
  <p:notesSz cx="6858000" cy="9144000"/>
  <p:defaultTextStyle>
    <a:defPPr>
      <a:defRPr lang="es-E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presProps" Target="presProps.xml" /><Relationship Id="rId13" Type="http://schemas.openxmlformats.org/officeDocument/2006/relationships/tableStyles" Target="tableStyles.xml" /><Relationship Id="rId1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44889290" name="Marcador de encabezado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s-ES"/>
          </a:p>
        </p:txBody>
      </p:sp>
      <p:sp>
        <p:nvSpPr>
          <p:cNvPr id="526662012" name="Marcador de fecha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s-ES"/>
              <a:t>10/30/2013</a:t>
            </a:fld>
            <a:endParaRPr lang="es-ES"/>
          </a:p>
        </p:txBody>
      </p:sp>
      <p:sp>
        <p:nvSpPr>
          <p:cNvPr id="460807985" name="Marcador de imagen de diapositiva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s-ES"/>
          </a:p>
        </p:txBody>
      </p:sp>
      <p:sp>
        <p:nvSpPr>
          <p:cNvPr id="1426139925" name="Marcador de nota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s-ES"/>
              <a:t>Haga clic para modificar el estilo de texto del patrón</a:t>
            </a:r>
            <a:endParaRPr/>
          </a:p>
          <a:p>
            <a:pPr lvl="1">
              <a:defRPr/>
            </a:pPr>
            <a:r>
              <a:rPr lang="es-ES"/>
              <a:t>Segundo nivel</a:t>
            </a:r>
            <a:endParaRPr/>
          </a:p>
          <a:p>
            <a:pPr lvl="2">
              <a:defRPr/>
            </a:pPr>
            <a:r>
              <a:rPr lang="es-ES"/>
              <a:t>Tercer nivel</a:t>
            </a:r>
            <a:endParaRPr/>
          </a:p>
          <a:p>
            <a:pPr lvl="3">
              <a:defRPr/>
            </a:pPr>
            <a:r>
              <a:rPr lang="es-ES"/>
              <a:t>Cuarto nivel</a:t>
            </a:r>
            <a:endParaRPr/>
          </a:p>
          <a:p>
            <a:pPr lvl="4">
              <a:defRPr/>
            </a:pPr>
            <a:r>
              <a:rPr lang="es-ES"/>
              <a:t>Quinto nivel</a:t>
            </a:r>
            <a:endParaRPr lang="es-ES"/>
          </a:p>
        </p:txBody>
      </p:sp>
      <p:sp>
        <p:nvSpPr>
          <p:cNvPr id="355665450" name="Marcador de pie de página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s-ES"/>
          </a:p>
        </p:txBody>
      </p:sp>
      <p:sp>
        <p:nvSpPr>
          <p:cNvPr id="1871802354" name="Marcador de número de diapositiva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s-ES"/>
              <a:t>‹#›</a:t>
            </a:fld>
            <a:endParaRPr lang="es-E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9906748" name="Marcador de imagen de diapositiva 1"/>
          <p:cNvSpPr>
            <a:spLocks noChangeAspect="1" noGrp="1" noRot="1"/>
          </p:cNvSpPr>
          <p:nvPr>
            <p:ph type="sldImg"/>
          </p:nvPr>
        </p:nvSpPr>
        <p:spPr bwMode="auto">
          <a:xfrm>
            <a:off x="685800" y="1143000"/>
            <a:ext cx="5486400" cy="3086100"/>
          </a:xfrm>
        </p:spPr>
      </p:sp>
      <p:sp>
        <p:nvSpPr>
          <p:cNvPr id="344691160" name="Marcador de notas 4"/>
          <p:cNvSpPr>
            <a:spLocks noGrp="1"/>
          </p:cNvSpPr>
          <p:nvPr>
            <p:ph type="body" idx="1"/>
          </p:nvPr>
        </p:nvSpPr>
        <p:spPr bwMode="auto"/>
        <p:txBody>
          <a:bodyPr/>
          <a:lstStyle/>
          <a:p>
            <a:pPr>
              <a:defRPr/>
            </a:pPr>
            <a:endParaRPr lang="es-ES">
              <a:latin typeface="Arial"/>
              <a:cs typeface="Arial"/>
            </a:endParaRPr>
          </a:p>
        </p:txBody>
      </p:sp>
      <p:sp>
        <p:nvSpPr>
          <p:cNvPr id="1847635707" name="Marcador de número de diapositiva 3"/>
          <p:cNvSpPr>
            <a:spLocks noGrp="1"/>
          </p:cNvSpPr>
          <p:nvPr>
            <p:ph type="sldNum" sz="quarter" idx="10"/>
          </p:nvPr>
        </p:nvSpPr>
        <p:spPr bwMode="auto"/>
        <p:txBody>
          <a:bodyPr/>
          <a:lstStyle/>
          <a:p>
            <a:pPr>
              <a:defRPr/>
            </a:pPr>
            <a:fld id="{2E6999B8-B6B4-4561-A3CD-BBCDAB9FC9D9}" type="slidenum">
              <a:rPr lang="es-ES"/>
              <a:t>1</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9896337" name="Slide Image Placeholder 1"/>
          <p:cNvSpPr>
            <a:spLocks noChangeAspect="1" noGrp="1" noRot="1"/>
          </p:cNvSpPr>
          <p:nvPr>
            <p:ph type="sldImg"/>
          </p:nvPr>
        </p:nvSpPr>
        <p:spPr bwMode="auto"/>
      </p:sp>
      <p:sp>
        <p:nvSpPr>
          <p:cNvPr id="906994241" name="Notes Placeholder 2"/>
          <p:cNvSpPr>
            <a:spLocks noGrp="1"/>
          </p:cNvSpPr>
          <p:nvPr>
            <p:ph type="body" idx="1"/>
          </p:nvPr>
        </p:nvSpPr>
        <p:spPr bwMode="auto"/>
        <p:txBody>
          <a:bodyPr/>
          <a:lstStyle/>
          <a:p>
            <a:pPr>
              <a:defRPr/>
            </a:pPr>
            <a:endParaRPr/>
          </a:p>
        </p:txBody>
      </p:sp>
      <p:sp>
        <p:nvSpPr>
          <p:cNvPr id="1917336012" name="Slide Number Placeholder 3"/>
          <p:cNvSpPr>
            <a:spLocks noGrp="1"/>
          </p:cNvSpPr>
          <p:nvPr>
            <p:ph type="sldNum" sz="quarter" idx="10"/>
          </p:nvPr>
        </p:nvSpPr>
        <p:spPr bwMode="auto"/>
        <p:txBody>
          <a:bodyPr/>
          <a:lstStyle/>
          <a:p>
            <a:pPr>
              <a:defRPr/>
            </a:pPr>
            <a:fld id="{F479CF39-A94C-90BB-59A8-CF9929022211}"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7648512" name="Slide Image Placeholder 1"/>
          <p:cNvSpPr>
            <a:spLocks noChangeAspect="1" noGrp="1" noRot="1"/>
          </p:cNvSpPr>
          <p:nvPr>
            <p:ph type="sldImg"/>
          </p:nvPr>
        </p:nvSpPr>
        <p:spPr bwMode="auto"/>
      </p:sp>
      <p:sp>
        <p:nvSpPr>
          <p:cNvPr id="516709833" name="Notes Placeholder 2"/>
          <p:cNvSpPr>
            <a:spLocks noGrp="1"/>
          </p:cNvSpPr>
          <p:nvPr>
            <p:ph type="body" idx="1"/>
          </p:nvPr>
        </p:nvSpPr>
        <p:spPr bwMode="auto"/>
        <p:txBody>
          <a:bodyPr/>
          <a:lstStyle/>
          <a:p>
            <a:pPr>
              <a:defRPr/>
            </a:pPr>
            <a:endParaRPr/>
          </a:p>
        </p:txBody>
      </p:sp>
      <p:sp>
        <p:nvSpPr>
          <p:cNvPr id="1825570142" name="Slide Number Placeholder 3"/>
          <p:cNvSpPr>
            <a:spLocks noGrp="1"/>
          </p:cNvSpPr>
          <p:nvPr>
            <p:ph type="sldNum" sz="quarter" idx="10"/>
          </p:nvPr>
        </p:nvSpPr>
        <p:spPr bwMode="auto"/>
        <p:txBody>
          <a:bodyPr/>
          <a:lstStyle/>
          <a:p>
            <a:pPr>
              <a:defRPr/>
            </a:pPr>
            <a:fld id="{DE10B654-C989-1996-54BC-64B4DC10949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8502887" name="Slide Image Placeholder 1"/>
          <p:cNvSpPr>
            <a:spLocks noChangeAspect="1" noGrp="1" noRot="1"/>
          </p:cNvSpPr>
          <p:nvPr>
            <p:ph type="sldImg"/>
          </p:nvPr>
        </p:nvSpPr>
        <p:spPr bwMode="auto"/>
      </p:sp>
      <p:sp>
        <p:nvSpPr>
          <p:cNvPr id="832017368" name="Notes Placeholder 2"/>
          <p:cNvSpPr>
            <a:spLocks noGrp="1"/>
          </p:cNvSpPr>
          <p:nvPr>
            <p:ph type="body" idx="1"/>
          </p:nvPr>
        </p:nvSpPr>
        <p:spPr bwMode="auto"/>
        <p:txBody>
          <a:bodyPr/>
          <a:lstStyle/>
          <a:p>
            <a:pPr>
              <a:defRPr/>
            </a:pPr>
            <a:endParaRPr/>
          </a:p>
        </p:txBody>
      </p:sp>
      <p:sp>
        <p:nvSpPr>
          <p:cNvPr id="1267434847" name="Slide Number Placeholder 3"/>
          <p:cNvSpPr>
            <a:spLocks noGrp="1"/>
          </p:cNvSpPr>
          <p:nvPr>
            <p:ph type="sldNum" sz="quarter" idx="10"/>
          </p:nvPr>
        </p:nvSpPr>
        <p:spPr bwMode="auto"/>
        <p:txBody>
          <a:bodyPr/>
          <a:lstStyle/>
          <a:p>
            <a:pPr>
              <a:defRPr/>
            </a:pPr>
            <a:fld id="{AE7DF5D5-D77A-8046-7CBE-C87C32C6BA9C}"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3917950" name="Slide Image Placeholder 1"/>
          <p:cNvSpPr>
            <a:spLocks noChangeAspect="1" noGrp="1" noRot="1"/>
          </p:cNvSpPr>
          <p:nvPr>
            <p:ph type="sldImg"/>
          </p:nvPr>
        </p:nvSpPr>
        <p:spPr bwMode="auto"/>
      </p:sp>
      <p:sp>
        <p:nvSpPr>
          <p:cNvPr id="1966424966" name="Notes Placeholder 2"/>
          <p:cNvSpPr>
            <a:spLocks noGrp="1"/>
          </p:cNvSpPr>
          <p:nvPr>
            <p:ph type="body" idx="1"/>
          </p:nvPr>
        </p:nvSpPr>
        <p:spPr bwMode="auto"/>
        <p:txBody>
          <a:bodyPr/>
          <a:lstStyle/>
          <a:p>
            <a:pPr>
              <a:defRPr/>
            </a:pPr>
            <a:endParaRPr/>
          </a:p>
        </p:txBody>
      </p:sp>
      <p:sp>
        <p:nvSpPr>
          <p:cNvPr id="1746813626" name="Slide Number Placeholder 3"/>
          <p:cNvSpPr>
            <a:spLocks noGrp="1"/>
          </p:cNvSpPr>
          <p:nvPr>
            <p:ph type="sldNum" sz="quarter" idx="10"/>
          </p:nvPr>
        </p:nvSpPr>
        <p:spPr bwMode="auto"/>
        <p:txBody>
          <a:bodyPr/>
          <a:lstStyle/>
          <a:p>
            <a:pPr>
              <a:defRPr/>
            </a:pPr>
            <a:fld id="{B183818B-2542-0786-C501-31EF01A78DD6}"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7408786" name="Slide Image Placeholder 1"/>
          <p:cNvSpPr>
            <a:spLocks noChangeAspect="1" noGrp="1" noRot="1"/>
          </p:cNvSpPr>
          <p:nvPr>
            <p:ph type="sldImg"/>
          </p:nvPr>
        </p:nvSpPr>
        <p:spPr bwMode="auto"/>
      </p:sp>
      <p:sp>
        <p:nvSpPr>
          <p:cNvPr id="441915141" name="Notes Placeholder 2"/>
          <p:cNvSpPr>
            <a:spLocks noGrp="1"/>
          </p:cNvSpPr>
          <p:nvPr>
            <p:ph type="body" idx="1"/>
          </p:nvPr>
        </p:nvSpPr>
        <p:spPr bwMode="auto"/>
        <p:txBody>
          <a:bodyPr/>
          <a:lstStyle/>
          <a:p>
            <a:pPr>
              <a:defRPr/>
            </a:pPr>
            <a:endParaRPr/>
          </a:p>
        </p:txBody>
      </p:sp>
      <p:sp>
        <p:nvSpPr>
          <p:cNvPr id="1778774443" name="Slide Number Placeholder 3"/>
          <p:cNvSpPr>
            <a:spLocks noGrp="1"/>
          </p:cNvSpPr>
          <p:nvPr>
            <p:ph type="sldNum" sz="quarter" idx="10"/>
          </p:nvPr>
        </p:nvSpPr>
        <p:spPr bwMode="auto"/>
        <p:txBody>
          <a:bodyPr/>
          <a:lstStyle/>
          <a:p>
            <a:pPr>
              <a:defRPr/>
            </a:pPr>
            <a:fld id="{C19591D1-D029-D78A-4684-18F6D04CB0EB}"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7337408" name="Slide Image Placeholder 1"/>
          <p:cNvSpPr>
            <a:spLocks noChangeAspect="1" noGrp="1" noRot="1"/>
          </p:cNvSpPr>
          <p:nvPr>
            <p:ph type="sldImg"/>
          </p:nvPr>
        </p:nvSpPr>
        <p:spPr bwMode="auto"/>
      </p:sp>
      <p:sp>
        <p:nvSpPr>
          <p:cNvPr id="681159414" name="Notes Placeholder 2"/>
          <p:cNvSpPr>
            <a:spLocks noGrp="1"/>
          </p:cNvSpPr>
          <p:nvPr>
            <p:ph type="body" idx="1"/>
          </p:nvPr>
        </p:nvSpPr>
        <p:spPr bwMode="auto"/>
        <p:txBody>
          <a:bodyPr/>
          <a:lstStyle/>
          <a:p>
            <a:pPr>
              <a:defRPr/>
            </a:pPr>
            <a:endParaRPr/>
          </a:p>
        </p:txBody>
      </p:sp>
      <p:sp>
        <p:nvSpPr>
          <p:cNvPr id="1623007055" name="Slide Number Placeholder 3"/>
          <p:cNvSpPr>
            <a:spLocks noGrp="1"/>
          </p:cNvSpPr>
          <p:nvPr>
            <p:ph type="sldNum" sz="quarter" idx="10"/>
          </p:nvPr>
        </p:nvSpPr>
        <p:spPr bwMode="auto"/>
        <p:txBody>
          <a:bodyPr/>
          <a:lstStyle/>
          <a:p>
            <a:pPr>
              <a:defRPr/>
            </a:pPr>
            <a:fld id="{AAC3677F-91B4-BF73-8EDB-15038F8B25E7}"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bg>
      <p:bgPr shadeToTitle="0">
        <a:gradFill>
          <a:gsLst>
            <a:gs pos="0">
              <a:schemeClr val="accent1">
                <a:lumMod val="50000"/>
              </a:schemeClr>
            </a:gs>
            <a:gs pos="32000">
              <a:schemeClr val="accent2">
                <a:lumMod val="50000"/>
              </a:schemeClr>
            </a:gs>
            <a:gs pos="80000">
              <a:schemeClr val="tx2">
                <a:lumMod val="50000"/>
              </a:schemeClr>
            </a:gs>
            <a:gs pos="100000">
              <a:schemeClr val="tx2">
                <a:lumMod val="50000"/>
              </a:schemeClr>
            </a:gs>
          </a:gsLst>
          <a:lin ang="2700000" scaled="1"/>
        </a:gradFill>
      </p:bgPr>
    </p:bg>
    <p:spTree>
      <p:nvGrpSpPr>
        <p:cNvPr id="1" name=""/>
        <p:cNvGrpSpPr/>
        <p:nvPr/>
      </p:nvGrpSpPr>
      <p:grpSpPr bwMode="auto">
        <a:xfrm>
          <a:off x="0" y="0"/>
          <a:ext cx="0" cy="0"/>
          <a:chOff x="0" y="0"/>
          <a:chExt cx="0" cy="0"/>
        </a:xfrm>
      </p:grpSpPr>
      <p:sp>
        <p:nvSpPr>
          <p:cNvPr id="704050559" name="Shape 1998852806"/>
          <p:cNvSpPr/>
          <p:nvPr/>
        </p:nvSpPr>
        <p:spPr bwMode="auto">
          <a:xfrm rot="0" flipH="0" flipV="0">
            <a:off x="0" y="0"/>
            <a:ext cx="12198094" cy="6858000"/>
          </a:xfrm>
          <a:custGeom>
            <a:avLst/>
            <a:gdLst/>
            <a:ahLst/>
            <a:cxnLst/>
            <a:rect l="0" t="0" r="r" b="b"/>
            <a:pathLst>
              <a:path w="11974958" h="6661194" fill="norm" stroke="1" extrusionOk="0">
                <a:moveTo>
                  <a:pt x="0" y="0"/>
                </a:moveTo>
                <a:cubicBezTo>
                  <a:pt x="0" y="0"/>
                  <a:pt x="11974958" y="0"/>
                  <a:pt x="11974958" y="0"/>
                </a:cubicBezTo>
                <a:cubicBezTo>
                  <a:pt x="11974958" y="0"/>
                  <a:pt x="11974957" y="6468203"/>
                  <a:pt x="11974957" y="6468203"/>
                </a:cubicBezTo>
                <a:cubicBezTo>
                  <a:pt x="11189698" y="6783155"/>
                  <a:pt x="9699108" y="6748947"/>
                  <a:pt x="9038579" y="6092750"/>
                </a:cubicBezTo>
                <a:cubicBezTo>
                  <a:pt x="8056839" y="5118385"/>
                  <a:pt x="8542376" y="4134151"/>
                  <a:pt x="8300730" y="3409738"/>
                </a:cubicBezTo>
                <a:cubicBezTo>
                  <a:pt x="8005759" y="2537759"/>
                  <a:pt x="6937295" y="2580626"/>
                  <a:pt x="5040890" y="2631665"/>
                </a:cubicBezTo>
                <a:cubicBezTo>
                  <a:pt x="2519743" y="2568136"/>
                  <a:pt x="0" y="923943"/>
                  <a:pt x="0" y="0"/>
                </a:cubicBezTo>
                <a:close/>
              </a:path>
            </a:pathLst>
          </a:custGeom>
          <a:gradFill>
            <a:gsLst>
              <a:gs pos="0">
                <a:schemeClr val="accent1">
                  <a:lumMod val="50000"/>
                  <a:alpha val="43999"/>
                </a:schemeClr>
              </a:gs>
              <a:gs pos="19000">
                <a:schemeClr val="accent2">
                  <a:lumMod val="50000"/>
                  <a:alpha val="43999"/>
                </a:schemeClr>
              </a:gs>
              <a:gs pos="53000">
                <a:schemeClr val="accent2">
                  <a:lumMod val="75000"/>
                  <a:alpha val="43999"/>
                </a:schemeClr>
              </a:gs>
              <a:gs pos="74000">
                <a:schemeClr val="accent2">
                  <a:lumMod val="50000"/>
                  <a:alpha val="43999"/>
                </a:schemeClr>
              </a:gs>
              <a:gs pos="96000">
                <a:schemeClr val="bg2">
                  <a:lumMod val="10000"/>
                  <a:alpha val="43999"/>
                </a:schemeClr>
              </a:gs>
            </a:gsLst>
            <a:lin ang="0" scaled="1"/>
          </a:gradFill>
          <a:ln w="12700" cap="flat" cmpd="sng" algn="ctr">
            <a:noFill/>
            <a:prstDash val="solid"/>
            <a:miter lim="800000"/>
          </a:ln>
        </p:spPr>
      </p:sp>
      <p:pic>
        <p:nvPicPr>
          <p:cNvPr id="726488056" name=""/>
          <p:cNvPicPr>
            <a:picLocks noChangeAspect="1"/>
          </p:cNvPicPr>
          <p:nvPr/>
        </p:nvPicPr>
        <p:blipFill rotWithShape="1">
          <a:blip r:embed="rId2">
            <a:alphaModFix amt="49999"/>
          </a:blip>
          <a:stretch/>
        </p:blipFill>
        <p:spPr bwMode="auto">
          <a:xfrm flipH="0" flipV="0">
            <a:off x="3430948" y="0"/>
            <a:ext cx="8915398" cy="6229350"/>
          </a:xfrm>
          <a:prstGeom prst="rect">
            <a:avLst/>
          </a:prstGeom>
        </p:spPr>
      </p:pic>
      <p:sp>
        <p:nvSpPr>
          <p:cNvPr id="1001627891" name=""/>
          <p:cNvSpPr/>
          <p:nvPr/>
        </p:nvSpPr>
        <p:spPr bwMode="auto">
          <a:xfrm flipH="0" flipV="0">
            <a:off x="3668730" y="0"/>
            <a:ext cx="8523266" cy="6163155"/>
          </a:xfrm>
          <a:custGeom>
            <a:avLst/>
            <a:gdLst/>
            <a:ahLst/>
            <a:cxnLst/>
            <a:rect l="0" t="0" r="r" b="b"/>
            <a:pathLst>
              <a:path w="8435884" h="6163156" fill="norm" stroke="1" extrusionOk="0">
                <a:moveTo>
                  <a:pt x="0" y="0"/>
                </a:moveTo>
                <a:cubicBezTo>
                  <a:pt x="0" y="0"/>
                  <a:pt x="8435884" y="0"/>
                  <a:pt x="8435884" y="0"/>
                </a:cubicBezTo>
                <a:cubicBezTo>
                  <a:pt x="8435884" y="0"/>
                  <a:pt x="8435883" y="6035582"/>
                  <a:pt x="8435883" y="6035582"/>
                </a:cubicBezTo>
                <a:cubicBezTo>
                  <a:pt x="7833177" y="6290128"/>
                  <a:pt x="6626202" y="6175905"/>
                  <a:pt x="6171088" y="5582954"/>
                </a:cubicBezTo>
                <a:cubicBezTo>
                  <a:pt x="5475110" y="4677144"/>
                  <a:pt x="5607620" y="2913460"/>
                  <a:pt x="5406268" y="2591454"/>
                </a:cubicBezTo>
                <a:cubicBezTo>
                  <a:pt x="5124534" y="1974265"/>
                  <a:pt x="4282317" y="2208670"/>
                  <a:pt x="2937912" y="2256038"/>
                </a:cubicBezTo>
                <a:cubicBezTo>
                  <a:pt x="1150613" y="2196972"/>
                  <a:pt x="0" y="859015"/>
                  <a:pt x="0" y="0"/>
                </a:cubicBezTo>
                <a:close/>
              </a:path>
            </a:pathLst>
          </a:custGeom>
          <a:gradFill>
            <a:gsLst>
              <a:gs pos="0">
                <a:schemeClr val="accent1">
                  <a:lumMod val="50000"/>
                  <a:alpha val="66000"/>
                </a:schemeClr>
              </a:gs>
              <a:gs pos="19000">
                <a:schemeClr val="accent2">
                  <a:lumMod val="50000"/>
                  <a:alpha val="66000"/>
                </a:schemeClr>
              </a:gs>
              <a:gs pos="53000">
                <a:schemeClr val="accent2">
                  <a:lumMod val="75000"/>
                  <a:alpha val="66000"/>
                </a:schemeClr>
              </a:gs>
              <a:gs pos="74000">
                <a:schemeClr val="accent2">
                  <a:lumMod val="50000"/>
                  <a:alpha val="66000"/>
                </a:schemeClr>
              </a:gs>
              <a:gs pos="96000">
                <a:schemeClr val="bg2">
                  <a:lumMod val="10000"/>
                  <a:alpha val="66000"/>
                </a:schemeClr>
              </a:gs>
            </a:gsLst>
            <a:lin ang="0" scaled="1"/>
          </a:gradFill>
          <a:ln w="12700" cap="flat" cmpd="sng" algn="ctr">
            <a:noFill/>
            <a:prstDash val="solid"/>
            <a:miter lim="800000"/>
          </a:ln>
        </p:spPr>
      </p:sp>
      <p:sp>
        <p:nvSpPr>
          <p:cNvPr id="1698915432" name="Title 1"/>
          <p:cNvSpPr>
            <a:spLocks noGrp="1"/>
          </p:cNvSpPr>
          <p:nvPr>
            <p:ph type="ctrTitle"/>
          </p:nvPr>
        </p:nvSpPr>
        <p:spPr bwMode="auto">
          <a:xfrm rot="0" flipH="0" flipV="0">
            <a:off x="841248" y="3429000"/>
            <a:ext cx="7315200" cy="1494752"/>
          </a:xfrm>
        </p:spPr>
        <p:txBody>
          <a:bodyPr anchor="b"/>
          <a:lstStyle>
            <a:lvl1pPr algn="l">
              <a:defRPr sz="5000"/>
            </a:lvl1pPr>
            <a:lvl2pPr algn="l">
              <a:defRPr sz="5000"/>
            </a:lvl2pPr>
            <a:lvl3pPr algn="l">
              <a:defRPr sz="5000"/>
            </a:lvl3pPr>
            <a:lvl4pPr algn="l">
              <a:defRPr sz="5000"/>
            </a:lvl4pPr>
            <a:lvl5pPr algn="l">
              <a:defRPr sz="5000"/>
            </a:lvl5pPr>
            <a:lvl6pPr algn="l">
              <a:defRPr sz="5000"/>
            </a:lvl6pPr>
            <a:lvl7pPr algn="l">
              <a:defRPr sz="5000"/>
            </a:lvl7pPr>
            <a:lvl8pPr algn="l">
              <a:defRPr sz="5000"/>
            </a:lvl8pPr>
            <a:lvl9pPr algn="l">
              <a:defRPr sz="5000"/>
            </a:lvl9pPr>
          </a:lstStyle>
          <a:p>
            <a:pPr>
              <a:defRPr/>
            </a:pPr>
            <a:r>
              <a:rPr/>
              <a:t>Click to edit Master title style</a:t>
            </a:r>
            <a:endParaRPr/>
          </a:p>
        </p:txBody>
      </p:sp>
      <p:sp>
        <p:nvSpPr>
          <p:cNvPr id="2092970987" name="Subtitle 2"/>
          <p:cNvSpPr>
            <a:spLocks noGrp="1"/>
          </p:cNvSpPr>
          <p:nvPr>
            <p:ph type="subTitle" idx="1"/>
          </p:nvPr>
        </p:nvSpPr>
        <p:spPr bwMode="auto">
          <a:xfrm flipH="0" flipV="0">
            <a:off x="838197" y="4942803"/>
            <a:ext cx="7315200" cy="909428"/>
          </a:xfrm>
        </p:spPr>
        <p:txBody>
          <a:bodyPr/>
          <a:lstStyle>
            <a:lvl1pPr marL="0" indent="0" algn="l">
              <a:buNone/>
              <a:defRPr sz="2000"/>
            </a:lvl1pPr>
            <a:lvl2pPr marL="457200" indent="0" algn="l">
              <a:buNone/>
              <a:defRPr sz="2000"/>
            </a:lvl2pPr>
            <a:lvl3pPr marL="914400" indent="0" algn="l">
              <a:buNone/>
              <a:defRPr sz="2000"/>
            </a:lvl3pPr>
            <a:lvl4pPr marL="1371600" indent="0" algn="l">
              <a:buNone/>
              <a:defRPr sz="2000"/>
            </a:lvl4pPr>
            <a:lvl5pPr marL="1828800" indent="0" algn="l">
              <a:buNone/>
              <a:defRPr sz="2000"/>
            </a:lvl5pPr>
            <a:lvl6pPr marL="2286000" indent="0" algn="l">
              <a:buNone/>
              <a:defRPr sz="2000"/>
            </a:lvl6pPr>
            <a:lvl7pPr marL="2743200" indent="0" algn="l">
              <a:buNone/>
              <a:defRPr sz="2000"/>
            </a:lvl7pPr>
            <a:lvl8pPr marL="3200400" indent="0" algn="l">
              <a:buNone/>
              <a:defRPr sz="2000"/>
            </a:lvl8pPr>
            <a:lvl9pPr marL="3657600" indent="0" algn="l">
              <a:buNone/>
              <a:defRPr sz="2000"/>
            </a:lvl9pPr>
          </a:lstStyle>
          <a:p>
            <a:pPr>
              <a:defRPr/>
            </a:pPr>
            <a:r>
              <a:rPr/>
              <a:t>Click to edit Master subtitle style</a:t>
            </a:r>
            <a:endParaRPr/>
          </a:p>
        </p:txBody>
      </p:sp>
      <p:sp>
        <p:nvSpPr>
          <p:cNvPr id="755912814"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1851801184" name="Footer Placeholder 4"/>
          <p:cNvSpPr>
            <a:spLocks noGrp="1"/>
          </p:cNvSpPr>
          <p:nvPr>
            <p:ph type="ftr" sz="quarter" idx="11"/>
          </p:nvPr>
        </p:nvSpPr>
        <p:spPr bwMode="auto"/>
        <p:txBody>
          <a:bodyPr/>
          <a:lstStyle/>
          <a:p>
            <a:pPr>
              <a:defRPr/>
            </a:pPr>
            <a:endParaRPr/>
          </a:p>
        </p:txBody>
      </p:sp>
      <p:sp>
        <p:nvSpPr>
          <p:cNvPr id="1741674190" name="Slide Number Placeholder 5"/>
          <p:cNvSpPr>
            <a:spLocks noGrp="1"/>
          </p:cNvSpPr>
          <p:nvPr>
            <p:ph type="sldNum" sz="quarter" idx="12"/>
          </p:nvPr>
        </p:nvSpPr>
        <p:spPr bwMode="auto"/>
        <p:txBody>
          <a:bodyPr/>
          <a:lstStyle/>
          <a:p>
            <a:pPr>
              <a:defRPr/>
            </a:pPr>
            <a:fld id="{08395586-F03A-48D1-94DF-16B239DF4FB5}" type="slidenum">
              <a:rPr/>
              <a:t>‹#›</a:t>
            </a:fld>
            <a:endParaRPr/>
          </a:p>
        </p:txBody>
      </p:sp>
      <p:sp>
        <p:nvSpPr>
          <p:cNvPr id="204482366" name=""/>
          <p:cNvSpPr/>
          <p:nvPr/>
        </p:nvSpPr>
        <p:spPr bwMode="auto">
          <a:xfrm rot="0" flipH="0" flipV="0">
            <a:off x="7370478" y="3545847"/>
            <a:ext cx="630526" cy="630526"/>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8199947" name=""/>
          <p:cNvSpPr/>
          <p:nvPr/>
        </p:nvSpPr>
        <p:spPr bwMode="auto">
          <a:xfrm rot="8915418" flipH="0" flipV="0">
            <a:off x="6783862" y="2871367"/>
            <a:ext cx="266887" cy="266887"/>
          </a:xfrm>
          <a:prstGeom prst="ellipse">
            <a:avLst/>
          </a:prstGeom>
          <a:gradFill>
            <a:gsLst>
              <a:gs pos="0">
                <a:schemeClr val="accent3">
                  <a:lumMod val="50000"/>
                  <a:alpha val="70000"/>
                </a:schemeClr>
              </a:gs>
              <a:gs pos="61000">
                <a:schemeClr val="accent1">
                  <a:lumMod val="50000"/>
                  <a:alpha val="70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59519241" name=""/>
          <p:cNvSpPr/>
          <p:nvPr/>
        </p:nvSpPr>
        <p:spPr bwMode="auto">
          <a:xfrm rot="8915418" flipH="0" flipV="0">
            <a:off x="985449" y="853132"/>
            <a:ext cx="394734" cy="394734"/>
          </a:xfrm>
          <a:prstGeom prst="ellipse">
            <a:avLst/>
          </a:prstGeom>
          <a:gradFill>
            <a:gsLst>
              <a:gs pos="0">
                <a:schemeClr val="accent2">
                  <a:lumMod val="75000"/>
                  <a:alpha val="49999"/>
                </a:schemeClr>
              </a:gs>
              <a:gs pos="100000">
                <a:schemeClr val="accent1">
                  <a:lumMod val="50000"/>
                  <a:alpha val="49999"/>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pic>
        <p:nvPicPr>
          <p:cNvPr id="959618641" name=""/>
          <p:cNvPicPr>
            <a:picLocks noChangeAspect="1"/>
          </p:cNvPicPr>
          <p:nvPr/>
        </p:nvPicPr>
        <p:blipFill rotWithShape="1">
          <a:blip r:embed="rId3">
            <a:alphaModFix amt="33999"/>
          </a:blip>
          <a:stretch/>
        </p:blipFill>
        <p:spPr bwMode="auto">
          <a:xfrm flipH="0" flipV="0">
            <a:off x="5901354" y="0"/>
            <a:ext cx="6290644" cy="5619748"/>
          </a:xfrm>
          <a:prstGeom prst="rect">
            <a:avLst/>
          </a:prstGeom>
        </p:spPr>
      </p:pic>
      <p:grpSp>
        <p:nvGrpSpPr>
          <p:cNvPr id="642557143" name=""/>
          <p:cNvGrpSpPr/>
          <p:nvPr/>
        </p:nvGrpSpPr>
        <p:grpSpPr bwMode="auto">
          <a:xfrm>
            <a:off x="6436433" y="0"/>
            <a:ext cx="5755562" cy="5185485"/>
            <a:chOff x="0" y="0"/>
            <a:chExt cx="5755562" cy="5185485"/>
          </a:xfrm>
        </p:grpSpPr>
        <p:sp>
          <p:nvSpPr>
            <p:cNvPr id="1645673733" name=""/>
            <p:cNvSpPr/>
            <p:nvPr/>
          </p:nvSpPr>
          <p:spPr bwMode="auto">
            <a:xfrm>
              <a:off x="0" y="0"/>
              <a:ext cx="5755562" cy="5185485"/>
            </a:xfrm>
            <a:custGeom>
              <a:avLst/>
              <a:gdLst/>
              <a:ahLst/>
              <a:cxnLst/>
              <a:rect l="0" t="0" r="r" b="b"/>
              <a:pathLst>
                <a:path w="5755564" h="5185486" fill="norm" stroke="1" extrusionOk="0">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a:gsLst>
                <a:gs pos="4000">
                  <a:schemeClr val="accent2">
                    <a:lumMod val="75000"/>
                    <a:alpha val="99999"/>
                  </a:schemeClr>
                </a:gs>
                <a:gs pos="44000">
                  <a:schemeClr val="accent2">
                    <a:lumMod val="50000"/>
                    <a:alpha val="99999"/>
                  </a:schemeClr>
                </a:gs>
                <a:gs pos="96000">
                  <a:schemeClr val="bg2">
                    <a:lumMod val="10000"/>
                    <a:alpha val="99999"/>
                  </a:schemeClr>
                </a:gs>
              </a:gsLst>
              <a:lin ang="10200000" scaled="1"/>
            </a:gradFill>
            <a:ln w="12700" cap="flat" cmpd="sng" algn="ctr">
              <a:noFill/>
              <a:prstDash val="solid"/>
              <a:miter lim="800000"/>
            </a:ln>
          </p:spPr>
        </p:sp>
        <p:sp>
          <p:nvSpPr>
            <p:cNvPr id="1158680612" name=""/>
            <p:cNvSpPr/>
            <p:nvPr/>
          </p:nvSpPr>
          <p:spPr bwMode="auto">
            <a:xfrm>
              <a:off x="0" y="0"/>
              <a:ext cx="5755562" cy="5185485"/>
            </a:xfrm>
            <a:custGeom>
              <a:avLst/>
              <a:gdLst/>
              <a:ahLst/>
              <a:cxnLst/>
              <a:rect l="0" t="0" r="r" b="b"/>
              <a:pathLst>
                <a:path w="5755564" h="5185486" fill="norm" stroke="1" extrusionOk="0">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a:gsLst>
                <a:gs pos="0">
                  <a:schemeClr val="accent2">
                    <a:lumMod val="40000"/>
                    <a:lumOff val="60000"/>
                    <a:alpha val="66000"/>
                  </a:schemeClr>
                </a:gs>
                <a:gs pos="66000">
                  <a:schemeClr val="accent2">
                    <a:lumMod val="50000"/>
                    <a:alpha val="66000"/>
                  </a:schemeClr>
                </a:gs>
                <a:gs pos="96000">
                  <a:schemeClr val="bg2">
                    <a:lumMod val="10000"/>
                    <a:alpha val="66000"/>
                  </a:schemeClr>
                </a:gs>
              </a:gsLst>
              <a:lin ang="15000000" scaled="1"/>
            </a:gradFill>
            <a:ln w="12700" cap="flat" cmpd="sng" algn="ctr">
              <a:noFill/>
              <a:prstDash val="solid"/>
              <a:miter lim="800000"/>
            </a:ln>
          </p:spPr>
          <p:txBody>
            <a:bodyPr anchor="ctr"/>
            <a:p>
              <a:pPr algn="ctr">
                <a:defRPr/>
              </a:pPr>
              <a:endParaRPr/>
            </a:p>
          </p:txBody>
        </p:sp>
        <p:sp>
          <p:nvSpPr>
            <p:cNvPr id="1202637702" name=""/>
            <p:cNvSpPr/>
            <p:nvPr/>
          </p:nvSpPr>
          <p:spPr bwMode="auto">
            <a:xfrm>
              <a:off x="0" y="0"/>
              <a:ext cx="5755562" cy="5185485"/>
            </a:xfrm>
            <a:custGeom>
              <a:avLst/>
              <a:gdLst/>
              <a:ahLst/>
              <a:cxnLst/>
              <a:rect l="0" t="0" r="r" b="b"/>
              <a:pathLst>
                <a:path w="5755564" h="5185486" fill="norm" stroke="1" extrusionOk="0">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a:gsLst>
                <a:gs pos="0">
                  <a:schemeClr val="accent2">
                    <a:lumMod val="40000"/>
                    <a:lumOff val="60000"/>
                    <a:alpha val="66000"/>
                  </a:schemeClr>
                </a:gs>
                <a:gs pos="66000">
                  <a:schemeClr val="accent2">
                    <a:lumMod val="50000"/>
                    <a:alpha val="66000"/>
                  </a:schemeClr>
                </a:gs>
                <a:gs pos="96000">
                  <a:schemeClr val="bg2">
                    <a:lumMod val="10000"/>
                    <a:alpha val="66000"/>
                  </a:schemeClr>
                </a:gs>
              </a:gsLst>
              <a:lin ang="2700000" scaled="1"/>
            </a:gradFill>
            <a:ln w="12700" cap="flat" cmpd="sng" algn="ctr">
              <a:noFill/>
              <a:prstDash val="solid"/>
              <a:miter lim="800000"/>
            </a:ln>
          </p:spPr>
        </p:sp>
        <p:sp>
          <p:nvSpPr>
            <p:cNvPr id="2049971112" name=""/>
            <p:cNvSpPr/>
            <p:nvPr/>
          </p:nvSpPr>
          <p:spPr bwMode="auto">
            <a:xfrm>
              <a:off x="0" y="0"/>
              <a:ext cx="5755562" cy="5185485"/>
            </a:xfrm>
            <a:custGeom>
              <a:avLst/>
              <a:gdLst/>
              <a:ahLst/>
              <a:cxnLst/>
              <a:rect l="0" t="0" r="r" b="b"/>
              <a:pathLst>
                <a:path w="5755564" h="5185486" fill="norm" stroke="1" extrusionOk="0">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a:gsLst>
                <a:gs pos="12000">
                  <a:schemeClr val="accent2">
                    <a:lumMod val="40000"/>
                    <a:lumOff val="60000"/>
                    <a:alpha val="42000"/>
                  </a:schemeClr>
                </a:gs>
                <a:gs pos="82000">
                  <a:schemeClr val="accent2">
                    <a:lumMod val="50000"/>
                    <a:alpha val="42000"/>
                  </a:schemeClr>
                </a:gs>
                <a:gs pos="96000">
                  <a:schemeClr val="bg2">
                    <a:lumMod val="10000"/>
                    <a:alpha val="42000"/>
                  </a:schemeClr>
                </a:gs>
              </a:gsLst>
              <a:lin ang="17700000" scaled="1"/>
            </a:gradFill>
            <a:ln w="12700" cap="flat" cmpd="sng" algn="ctr">
              <a:noFill/>
              <a:prstDash val="solid"/>
              <a:miter lim="800000"/>
            </a:ln>
          </p:spPr>
          <p:txBody>
            <a:bodyPr anchor="ctr"/>
            <a:p>
              <a:pPr algn="ctr">
                <a:defRPr/>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928853177" name="Title 1"/>
          <p:cNvSpPr>
            <a:spLocks noGrp="1"/>
          </p:cNvSpPr>
          <p:nvPr>
            <p:ph type="title"/>
          </p:nvPr>
        </p:nvSpPr>
        <p:spPr bwMode="auto"/>
        <p:txBody>
          <a:bodyPr/>
          <a:lstStyle/>
          <a:p>
            <a:pPr>
              <a:defRPr/>
            </a:pPr>
            <a:r>
              <a:rPr/>
              <a:t>Click to edit Master title style</a:t>
            </a:r>
            <a:endParaRPr/>
          </a:p>
        </p:txBody>
      </p:sp>
      <p:sp>
        <p:nvSpPr>
          <p:cNvPr id="1431853511" name="Content Placeholder 2"/>
          <p:cNvSpPr>
            <a:spLocks noGrp="1"/>
          </p:cNvSpPr>
          <p:nvPr>
            <p:ph idx="1"/>
          </p:nvPr>
        </p:nvSpPr>
        <p:spPr bwMode="auto"/>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056436096"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377155014" name="Footer Placeholder 4"/>
          <p:cNvSpPr>
            <a:spLocks noGrp="1"/>
          </p:cNvSpPr>
          <p:nvPr>
            <p:ph type="ftr" sz="quarter" idx="11"/>
          </p:nvPr>
        </p:nvSpPr>
        <p:spPr bwMode="auto"/>
        <p:txBody>
          <a:bodyPr/>
          <a:lstStyle/>
          <a:p>
            <a:pPr>
              <a:defRPr/>
            </a:pPr>
            <a:endParaRPr/>
          </a:p>
        </p:txBody>
      </p:sp>
      <p:sp>
        <p:nvSpPr>
          <p:cNvPr id="1422754465" name="Slide Number Placeholder 5"/>
          <p:cNvSpPr>
            <a:spLocks noGrp="1"/>
          </p:cNvSpPr>
          <p:nvPr>
            <p:ph type="sldNum" sz="quarter" idx="12"/>
          </p:nvPr>
        </p:nvSpPr>
        <p:spPr bwMode="auto"/>
        <p:txBody>
          <a:bodyPr/>
          <a:lstStyle/>
          <a:p>
            <a:pPr>
              <a:defRPr/>
            </a:pPr>
            <a:fld id="{08395586-F03A-48D1-94DF-16B239DF4FB5}" type="slidenum">
              <a:rPr/>
              <a:t>‹#›</a:t>
            </a:fld>
            <a:endParaRPr/>
          </a:p>
        </p:txBody>
      </p:sp>
      <p:sp>
        <p:nvSpPr>
          <p:cNvPr id="1949387205" name=""/>
          <p:cNvSpPr/>
          <p:nvPr/>
        </p:nvSpPr>
        <p:spPr bwMode="auto">
          <a:xfrm rot="5399976" flipH="0" flipV="0">
            <a:off x="2666403" y="-2667613"/>
            <a:ext cx="6879729" cy="12171411"/>
          </a:xfrm>
          <a:custGeom>
            <a:avLst/>
            <a:gdLst/>
            <a:ahLst/>
            <a:cxnLst/>
            <a:rect l="0" t="0" r="r" b="b"/>
            <a:pathLst>
              <a:path w="43200" h="43200" fill="norm" stroke="1" extrusionOk="0">
                <a:moveTo>
                  <a:pt x="0" y="0"/>
                </a:moveTo>
                <a:lnTo>
                  <a:pt x="43200" y="0"/>
                </a:lnTo>
                <a:lnTo>
                  <a:pt x="43046" y="43200"/>
                </a:lnTo>
                <a:cubicBezTo>
                  <a:pt x="39677" y="42246"/>
                  <a:pt x="34285" y="34057"/>
                  <a:pt x="32283" y="30754"/>
                </a:cubicBezTo>
                <a:cubicBezTo>
                  <a:pt x="28975" y="25293"/>
                  <a:pt x="30512" y="20870"/>
                  <a:pt x="29644" y="17212"/>
                </a:cubicBezTo>
                <a:cubicBezTo>
                  <a:pt x="28595" y="12807"/>
                  <a:pt x="23020" y="12984"/>
                  <a:pt x="15999" y="12617"/>
                </a:cubicBezTo>
                <a:cubicBezTo>
                  <a:pt x="7418" y="12251"/>
                  <a:pt x="0" y="4662"/>
                  <a:pt x="0" y="0"/>
                </a:cubicBezTo>
                <a:close/>
              </a:path>
            </a:pathLst>
          </a:custGeom>
          <a:gradFill>
            <a:gsLst>
              <a:gs pos="0">
                <a:schemeClr val="accent1">
                  <a:lumMod val="50000"/>
                  <a:alpha val="24999"/>
                </a:schemeClr>
              </a:gs>
              <a:gs pos="19000">
                <a:schemeClr val="accent2">
                  <a:lumMod val="50000"/>
                  <a:alpha val="24999"/>
                </a:schemeClr>
              </a:gs>
              <a:gs pos="53000">
                <a:schemeClr val="accent2">
                  <a:lumMod val="75000"/>
                  <a:alpha val="24999"/>
                </a:schemeClr>
              </a:gs>
              <a:gs pos="74000">
                <a:schemeClr val="accent2">
                  <a:lumMod val="50000"/>
                  <a:alpha val="24999"/>
                </a:schemeClr>
              </a:gs>
              <a:gs pos="96000">
                <a:schemeClr val="bg2">
                  <a:lumMod val="10000"/>
                  <a:alpha val="24999"/>
                </a:schemeClr>
              </a:gs>
            </a:gsLst>
            <a:lin ang="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348168801" name=""/>
          <p:cNvSpPr/>
          <p:nvPr/>
        </p:nvSpPr>
        <p:spPr bwMode="auto">
          <a:xfrm rot="0" flipH="0" flipV="0">
            <a:off x="10887750" y="1168398"/>
            <a:ext cx="630525" cy="630525"/>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643684895" name="Text Placeholder 2"/>
          <p:cNvSpPr>
            <a:spLocks noGrp="1"/>
          </p:cNvSpPr>
          <p:nvPr>
            <p:ph type="body" idx="1"/>
          </p:nvPr>
        </p:nvSpPr>
        <p:spPr bwMode="auto">
          <a:xfrm flipH="0" flipV="0">
            <a:off x="831848" y="4928616"/>
            <a:ext cx="7324596" cy="1161032"/>
          </a:xfrm>
        </p:spPr>
        <p:txBody>
          <a:bodyPr/>
          <a:lstStyle>
            <a:lvl1pPr marL="0" indent="0">
              <a:buNone/>
              <a:defRPr sz="2000">
                <a:solidFill>
                  <a:schemeClr val="bg1">
                    <a:lumMod val="95000"/>
                  </a:schemeClr>
                </a:solidFill>
              </a:defRPr>
            </a:lvl1pPr>
            <a:lvl2pPr marL="457200" indent="0">
              <a:buNone/>
              <a:defRPr sz="2000">
                <a:solidFill>
                  <a:schemeClr val="bg1">
                    <a:lumMod val="95000"/>
                  </a:schemeClr>
                </a:solidFill>
              </a:defRPr>
            </a:lvl2pPr>
            <a:lvl3pPr marL="914400" indent="0">
              <a:buNone/>
              <a:defRPr sz="2000">
                <a:solidFill>
                  <a:schemeClr val="bg1">
                    <a:lumMod val="95000"/>
                  </a:schemeClr>
                </a:solidFill>
              </a:defRPr>
            </a:lvl3pPr>
            <a:lvl4pPr marL="1371600" indent="0">
              <a:buNone/>
              <a:defRPr sz="2000">
                <a:solidFill>
                  <a:schemeClr val="bg1">
                    <a:lumMod val="95000"/>
                  </a:schemeClr>
                </a:solidFill>
              </a:defRPr>
            </a:lvl4pPr>
            <a:lvl5pPr marL="1828800" indent="0">
              <a:buNone/>
              <a:defRPr sz="2000">
                <a:solidFill>
                  <a:schemeClr val="bg1">
                    <a:lumMod val="95000"/>
                  </a:schemeClr>
                </a:solidFill>
              </a:defRPr>
            </a:lvl5pPr>
            <a:lvl6pPr marL="2286000" indent="0">
              <a:buNone/>
              <a:defRPr sz="2000">
                <a:solidFill>
                  <a:schemeClr val="bg1">
                    <a:lumMod val="95000"/>
                  </a:schemeClr>
                </a:solidFill>
              </a:defRPr>
            </a:lvl6pPr>
            <a:lvl7pPr marL="2743200" indent="0">
              <a:buNone/>
              <a:defRPr sz="2000">
                <a:solidFill>
                  <a:schemeClr val="bg1">
                    <a:lumMod val="95000"/>
                  </a:schemeClr>
                </a:solidFill>
              </a:defRPr>
            </a:lvl7pPr>
            <a:lvl8pPr marL="3200400" indent="0">
              <a:buNone/>
              <a:defRPr sz="2000">
                <a:solidFill>
                  <a:schemeClr val="bg1">
                    <a:lumMod val="95000"/>
                  </a:schemeClr>
                </a:solidFill>
              </a:defRPr>
            </a:lvl8pPr>
            <a:lvl9pPr marL="3657600" indent="0">
              <a:buNone/>
              <a:defRPr sz="2000">
                <a:solidFill>
                  <a:schemeClr val="bg1">
                    <a:lumMod val="95000"/>
                  </a:schemeClr>
                </a:solidFill>
              </a:defRPr>
            </a:lvl9pPr>
          </a:lstStyle>
          <a:p>
            <a:pPr lvl="0">
              <a:defRPr/>
            </a:pPr>
            <a:r>
              <a:rPr/>
              <a:t>Click to edit Master text styles</a:t>
            </a:r>
            <a:endParaRPr/>
          </a:p>
        </p:txBody>
      </p:sp>
      <p:sp>
        <p:nvSpPr>
          <p:cNvPr id="1790605396" name="Footer Placeholder 4"/>
          <p:cNvSpPr>
            <a:spLocks noGrp="1"/>
          </p:cNvSpPr>
          <p:nvPr>
            <p:ph type="ftr" sz="quarter" idx="11"/>
          </p:nvPr>
        </p:nvSpPr>
        <p:spPr bwMode="auto"/>
        <p:txBody>
          <a:bodyPr/>
          <a:lstStyle/>
          <a:p>
            <a:pPr>
              <a:defRPr/>
            </a:pPr>
            <a:endParaRPr/>
          </a:p>
        </p:txBody>
      </p:sp>
      <p:pic>
        <p:nvPicPr>
          <p:cNvPr id="739421535" name=""/>
          <p:cNvPicPr>
            <a:picLocks noChangeAspect="1"/>
          </p:cNvPicPr>
          <p:nvPr/>
        </p:nvPicPr>
        <p:blipFill rotWithShape="1">
          <a:blip r:embed="rId2">
            <a:alphaModFix amt="40000"/>
          </a:blip>
          <a:stretch/>
        </p:blipFill>
        <p:spPr bwMode="auto">
          <a:xfrm flipH="0" flipV="0">
            <a:off x="1327335" y="0"/>
            <a:ext cx="10864661" cy="6089648"/>
          </a:xfrm>
          <a:prstGeom prst="rect">
            <a:avLst/>
          </a:prstGeom>
          <a:ln w="12700">
            <a:noFill/>
          </a:ln>
        </p:spPr>
      </p:pic>
      <p:sp>
        <p:nvSpPr>
          <p:cNvPr id="1028233868" name=""/>
          <p:cNvSpPr/>
          <p:nvPr/>
        </p:nvSpPr>
        <p:spPr bwMode="auto">
          <a:xfrm flipH="0" flipV="0">
            <a:off x="1451574" y="0"/>
            <a:ext cx="10740420" cy="6163155"/>
          </a:xfrm>
          <a:custGeom>
            <a:avLst/>
            <a:gdLst/>
            <a:ahLst/>
            <a:cxnLst/>
            <a:rect l="0" t="0" r="r" b="b"/>
            <a:pathLst>
              <a:path w="8435884" h="6163156" fill="norm" stroke="1" extrusionOk="0">
                <a:moveTo>
                  <a:pt x="0" y="0"/>
                </a:moveTo>
                <a:cubicBezTo>
                  <a:pt x="0" y="0"/>
                  <a:pt x="8435884" y="0"/>
                  <a:pt x="8435884" y="0"/>
                </a:cubicBezTo>
                <a:cubicBezTo>
                  <a:pt x="8435884" y="0"/>
                  <a:pt x="8435883" y="6035582"/>
                  <a:pt x="8435883" y="6035582"/>
                </a:cubicBezTo>
                <a:cubicBezTo>
                  <a:pt x="7833177" y="6290128"/>
                  <a:pt x="6626202" y="6175905"/>
                  <a:pt x="6171088" y="5582954"/>
                </a:cubicBezTo>
                <a:cubicBezTo>
                  <a:pt x="5475110" y="4677144"/>
                  <a:pt x="5607620" y="2913460"/>
                  <a:pt x="5406268" y="2591454"/>
                </a:cubicBezTo>
                <a:cubicBezTo>
                  <a:pt x="5124534" y="1974265"/>
                  <a:pt x="4282317" y="2208670"/>
                  <a:pt x="2937912" y="2256038"/>
                </a:cubicBezTo>
                <a:cubicBezTo>
                  <a:pt x="1150613" y="2196972"/>
                  <a:pt x="0" y="859015"/>
                  <a:pt x="0" y="0"/>
                </a:cubicBezTo>
                <a:close/>
              </a:path>
            </a:pathLst>
          </a:custGeom>
          <a:gradFill>
            <a:gsLst>
              <a:gs pos="0">
                <a:schemeClr val="accent1">
                  <a:lumMod val="50000"/>
                  <a:alpha val="60000"/>
                </a:schemeClr>
              </a:gs>
              <a:gs pos="19000">
                <a:schemeClr val="accent2">
                  <a:lumMod val="50000"/>
                  <a:alpha val="60000"/>
                </a:schemeClr>
              </a:gs>
              <a:gs pos="63000">
                <a:schemeClr val="accent2">
                  <a:lumMod val="50000"/>
                  <a:alpha val="60000"/>
                </a:schemeClr>
              </a:gs>
              <a:gs pos="96000">
                <a:schemeClr val="bg2">
                  <a:lumMod val="10000"/>
                  <a:alpha val="60000"/>
                </a:schemeClr>
              </a:gs>
            </a:gsLst>
            <a:lin ang="9600000" scaled="1"/>
          </a:gradFill>
          <a:ln w="12700" cap="flat" cmpd="sng" algn="ctr">
            <a:noFill/>
            <a:prstDash val="solid"/>
            <a:miter lim="800000"/>
          </a:ln>
        </p:spPr>
      </p:sp>
      <p:sp>
        <p:nvSpPr>
          <p:cNvPr id="1018803697" name=""/>
          <p:cNvSpPr/>
          <p:nvPr/>
        </p:nvSpPr>
        <p:spPr bwMode="auto">
          <a:xfrm rot="8915418" flipH="0" flipV="0">
            <a:off x="420507" y="961043"/>
            <a:ext cx="394733" cy="394733"/>
          </a:xfrm>
          <a:prstGeom prst="ellipse">
            <a:avLst/>
          </a:prstGeom>
          <a:gradFill>
            <a:gsLst>
              <a:gs pos="0">
                <a:schemeClr val="accent2">
                  <a:lumMod val="75000"/>
                  <a:alpha val="30000"/>
                </a:schemeClr>
              </a:gs>
              <a:gs pos="100000">
                <a:schemeClr val="accent1">
                  <a:lumMod val="50000"/>
                  <a:alpha val="30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826232186" name=""/>
          <p:cNvSpPr/>
          <p:nvPr/>
        </p:nvSpPr>
        <p:spPr bwMode="auto">
          <a:xfrm rot="0" flipH="0" flipV="0">
            <a:off x="552288" y="3044823"/>
            <a:ext cx="630526" cy="630526"/>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33756467" name=""/>
          <p:cNvSpPr/>
          <p:nvPr/>
        </p:nvSpPr>
        <p:spPr bwMode="auto">
          <a:xfrm rot="1379112" flipH="0" flipV="0">
            <a:off x="1533259" y="2627385"/>
            <a:ext cx="276736" cy="276736"/>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57392153" name="Title 1"/>
          <p:cNvSpPr>
            <a:spLocks noGrp="1"/>
          </p:cNvSpPr>
          <p:nvPr>
            <p:ph type="title"/>
          </p:nvPr>
        </p:nvSpPr>
        <p:spPr bwMode="auto">
          <a:xfrm rot="0" flipH="0" flipV="0">
            <a:off x="841248" y="3429000"/>
            <a:ext cx="7315200" cy="1499614"/>
          </a:xfrm>
        </p:spPr>
        <p:txBody>
          <a:bodyPr vertOverflow="overflow" horzOverflow="overflow" vert="horz" wrap="square" lIns="91440" tIns="45720" rIns="91440" bIns="45720" numCol="1" spcCol="0" rtlCol="0" fromWordArt="0" anchor="b" anchorCtr="0" forceAA="0" upright="0" compatLnSpc="0">
            <a:normAutofit/>
          </a:bodyPr>
          <a:lstStyle>
            <a:lvl1pPr>
              <a:defRPr sz="5000">
                <a:solidFill>
                  <a:schemeClr val="bg1">
                    <a:lumMod val="95000"/>
                  </a:schemeClr>
                </a:solidFill>
              </a:defRPr>
            </a:lvl1pPr>
            <a:lvl2pPr>
              <a:defRPr sz="5000">
                <a:solidFill>
                  <a:schemeClr val="bg1">
                    <a:lumMod val="95000"/>
                  </a:schemeClr>
                </a:solidFill>
              </a:defRPr>
            </a:lvl2pPr>
            <a:lvl3pPr>
              <a:defRPr sz="5000">
                <a:solidFill>
                  <a:schemeClr val="bg1">
                    <a:lumMod val="95000"/>
                  </a:schemeClr>
                </a:solidFill>
              </a:defRPr>
            </a:lvl3pPr>
            <a:lvl4pPr>
              <a:defRPr sz="5000">
                <a:solidFill>
                  <a:schemeClr val="bg1">
                    <a:lumMod val="95000"/>
                  </a:schemeClr>
                </a:solidFill>
              </a:defRPr>
            </a:lvl4pPr>
            <a:lvl5pPr>
              <a:defRPr sz="5000">
                <a:solidFill>
                  <a:schemeClr val="bg1">
                    <a:lumMod val="95000"/>
                  </a:schemeClr>
                </a:solidFill>
              </a:defRPr>
            </a:lvl5pPr>
            <a:lvl6pPr>
              <a:defRPr sz="5000">
                <a:solidFill>
                  <a:schemeClr val="bg1">
                    <a:lumMod val="95000"/>
                  </a:schemeClr>
                </a:solidFill>
              </a:defRPr>
            </a:lvl6pPr>
            <a:lvl7pPr>
              <a:defRPr sz="5000">
                <a:solidFill>
                  <a:schemeClr val="bg1">
                    <a:lumMod val="95000"/>
                  </a:schemeClr>
                </a:solidFill>
              </a:defRPr>
            </a:lvl7pPr>
            <a:lvl8pPr>
              <a:defRPr sz="5000">
                <a:solidFill>
                  <a:schemeClr val="bg1">
                    <a:lumMod val="95000"/>
                  </a:schemeClr>
                </a:solidFill>
              </a:defRPr>
            </a:lvl8pPr>
            <a:lvl9pPr>
              <a:defRPr sz="5000">
                <a:solidFill>
                  <a:schemeClr val="bg1">
                    <a:lumMod val="95000"/>
                  </a:schemeClr>
                </a:solidFill>
              </a:defRPr>
            </a:lvl9pPr>
          </a:lstStyle>
          <a:p>
            <a:pPr>
              <a:defRPr/>
            </a:pPr>
            <a:r>
              <a:rPr/>
              <a:t>Click to edit Master</a:t>
            </a:r>
            <a:endParaRPr/>
          </a:p>
        </p:txBody>
      </p:sp>
      <p:sp>
        <p:nvSpPr>
          <p:cNvPr id="1752034154" name="Text Placeholder 2"/>
          <p:cNvSpPr>
            <a:spLocks noGrp="1"/>
          </p:cNvSpPr>
          <p:nvPr>
            <p:ph type="body" idx="1"/>
          </p:nvPr>
        </p:nvSpPr>
        <p:spPr bwMode="auto">
          <a:xfrm flipH="0" flipV="0">
            <a:off x="831848" y="4928616"/>
            <a:ext cx="7324596" cy="1161032"/>
          </a:xfrm>
        </p:spPr>
        <p:txBody>
          <a:bodyPr/>
          <a:lstStyle>
            <a:lvl1pPr marL="0" indent="0">
              <a:buNone/>
              <a:defRPr sz="2000">
                <a:solidFill>
                  <a:schemeClr val="bg1">
                    <a:lumMod val="95000"/>
                  </a:schemeClr>
                </a:solidFill>
              </a:defRPr>
            </a:lvl1pPr>
            <a:lvl2pPr marL="457200" indent="0">
              <a:buNone/>
              <a:defRPr sz="2000">
                <a:solidFill>
                  <a:schemeClr val="bg1">
                    <a:lumMod val="95000"/>
                  </a:schemeClr>
                </a:solidFill>
              </a:defRPr>
            </a:lvl2pPr>
            <a:lvl3pPr marL="914400" indent="0">
              <a:buNone/>
              <a:defRPr sz="2000">
                <a:solidFill>
                  <a:schemeClr val="bg1">
                    <a:lumMod val="95000"/>
                  </a:schemeClr>
                </a:solidFill>
              </a:defRPr>
            </a:lvl3pPr>
            <a:lvl4pPr marL="1371600" indent="0">
              <a:buNone/>
              <a:defRPr sz="2000">
                <a:solidFill>
                  <a:schemeClr val="bg1">
                    <a:lumMod val="95000"/>
                  </a:schemeClr>
                </a:solidFill>
              </a:defRPr>
            </a:lvl4pPr>
            <a:lvl5pPr marL="1828800" indent="0">
              <a:buNone/>
              <a:defRPr sz="2000">
                <a:solidFill>
                  <a:schemeClr val="bg1">
                    <a:lumMod val="95000"/>
                  </a:schemeClr>
                </a:solidFill>
              </a:defRPr>
            </a:lvl5pPr>
            <a:lvl6pPr marL="2286000" indent="0">
              <a:buNone/>
              <a:defRPr sz="2000">
                <a:solidFill>
                  <a:schemeClr val="bg1">
                    <a:lumMod val="95000"/>
                  </a:schemeClr>
                </a:solidFill>
              </a:defRPr>
            </a:lvl6pPr>
            <a:lvl7pPr marL="2743200" indent="0">
              <a:buNone/>
              <a:defRPr sz="2000">
                <a:solidFill>
                  <a:schemeClr val="bg1">
                    <a:lumMod val="95000"/>
                  </a:schemeClr>
                </a:solidFill>
              </a:defRPr>
            </a:lvl7pPr>
            <a:lvl8pPr marL="3200400" indent="0">
              <a:buNone/>
              <a:defRPr sz="2000">
                <a:solidFill>
                  <a:schemeClr val="bg1">
                    <a:lumMod val="95000"/>
                  </a:schemeClr>
                </a:solidFill>
              </a:defRPr>
            </a:lvl8pPr>
            <a:lvl9pPr marL="3657600" indent="0">
              <a:buNone/>
              <a:defRPr sz="2000">
                <a:solidFill>
                  <a:schemeClr val="bg1">
                    <a:lumMod val="95000"/>
                  </a:schemeClr>
                </a:solidFill>
              </a:defRPr>
            </a:lvl9pPr>
          </a:lstStyle>
          <a:p>
            <a:pPr lvl="0">
              <a:defRPr/>
            </a:pPr>
            <a:r>
              <a:rPr/>
              <a:t>Click to edit Master text styles</a:t>
            </a:r>
            <a:endParaRPr/>
          </a:p>
        </p:txBody>
      </p:sp>
      <p:sp>
        <p:nvSpPr>
          <p:cNvPr id="1741151649"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991714657" name="Footer Placeholder 4"/>
          <p:cNvSpPr>
            <a:spLocks noGrp="1"/>
          </p:cNvSpPr>
          <p:nvPr>
            <p:ph type="ftr" sz="quarter" idx="11"/>
          </p:nvPr>
        </p:nvSpPr>
        <p:spPr bwMode="auto"/>
        <p:txBody>
          <a:bodyPr/>
          <a:lstStyle/>
          <a:p>
            <a:pPr>
              <a:defRPr/>
            </a:pPr>
            <a:endParaRPr/>
          </a:p>
        </p:txBody>
      </p:sp>
      <p:sp>
        <p:nvSpPr>
          <p:cNvPr id="729383528"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bg>
      <p:bgPr shadeToTitle="0">
        <a:gradFill>
          <a:gsLst>
            <a:gs pos="0">
              <a:schemeClr val="accent1">
                <a:lumMod val="50000"/>
              </a:schemeClr>
            </a:gs>
            <a:gs pos="42000">
              <a:schemeClr val="accent2">
                <a:lumMod val="50000"/>
              </a:schemeClr>
            </a:gs>
            <a:gs pos="100000">
              <a:schemeClr val="accent2">
                <a:lumMod val="50000"/>
              </a:schemeClr>
            </a:gs>
          </a:gsLst>
          <a:lin ang="2700000" scaled="1"/>
        </a:gradFill>
      </p:bgPr>
    </p:bg>
    <p:spTree>
      <p:nvGrpSpPr>
        <p:cNvPr id="1" name=""/>
        <p:cNvGrpSpPr/>
        <p:nvPr/>
      </p:nvGrpSpPr>
      <p:grpSpPr bwMode="auto">
        <a:xfrm>
          <a:off x="0" y="0"/>
          <a:ext cx="0" cy="0"/>
          <a:chOff x="0" y="0"/>
          <a:chExt cx="0" cy="0"/>
        </a:xfrm>
      </p:grpSpPr>
      <p:sp>
        <p:nvSpPr>
          <p:cNvPr id="2003413892" name=""/>
          <p:cNvSpPr/>
          <p:nvPr/>
        </p:nvSpPr>
        <p:spPr bwMode="auto">
          <a:xfrm rot="6613455" flipH="0" flipV="0">
            <a:off x="568918" y="5506504"/>
            <a:ext cx="597564" cy="597564"/>
          </a:xfrm>
          <a:prstGeom prst="ellipse">
            <a:avLst/>
          </a:prstGeom>
          <a:gradFill>
            <a:gsLst>
              <a:gs pos="0">
                <a:schemeClr val="accent2">
                  <a:lumMod val="75000"/>
                  <a:alpha val="62000"/>
                </a:schemeClr>
              </a:gs>
              <a:gs pos="100000">
                <a:schemeClr val="accent1">
                  <a:lumMod val="50000"/>
                  <a:alpha val="62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58568662" name=""/>
          <p:cNvSpPr/>
          <p:nvPr/>
        </p:nvSpPr>
        <p:spPr bwMode="auto">
          <a:xfrm rot="0" flipH="0" flipV="0">
            <a:off x="8314942" y="0"/>
            <a:ext cx="3877056" cy="6858000"/>
          </a:xfrm>
          <a:custGeom>
            <a:avLst/>
            <a:gdLst/>
            <a:ahLst/>
            <a:cxnLst/>
            <a:rect l="0" t="0" r="r" b="b"/>
            <a:pathLst>
              <a:path w="3881133" h="6687499" fill="norm" stroke="1" extrusionOk="0">
                <a:moveTo>
                  <a:pt x="0" y="0"/>
                </a:moveTo>
                <a:cubicBezTo>
                  <a:pt x="0" y="0"/>
                  <a:pt x="3881133" y="0"/>
                  <a:pt x="3881133" y="0"/>
                </a:cubicBezTo>
                <a:cubicBezTo>
                  <a:pt x="3881133" y="0"/>
                  <a:pt x="3881133" y="6687499"/>
                  <a:pt x="3881133" y="6687499"/>
                </a:cubicBezTo>
                <a:cubicBezTo>
                  <a:pt x="3306590" y="5940012"/>
                  <a:pt x="3104023" y="5612698"/>
                  <a:pt x="2884296" y="4952389"/>
                </a:cubicBezTo>
                <a:cubicBezTo>
                  <a:pt x="2563124" y="3988024"/>
                  <a:pt x="2682989" y="4268372"/>
                  <a:pt x="2589046" y="3959832"/>
                </a:cubicBezTo>
                <a:cubicBezTo>
                  <a:pt x="2387923" y="3275658"/>
                  <a:pt x="2548876" y="2819541"/>
                  <a:pt x="1542709" y="2175214"/>
                </a:cubicBezTo>
                <a:cubicBezTo>
                  <a:pt x="107271" y="1397486"/>
                  <a:pt x="0" y="914437"/>
                  <a:pt x="0" y="0"/>
                </a:cubicBezTo>
                <a:close/>
              </a:path>
            </a:pathLst>
          </a:custGeom>
          <a:gradFill>
            <a:gsLst>
              <a:gs pos="22000">
                <a:schemeClr val="accent2">
                  <a:lumMod val="50000"/>
                  <a:alpha val="42000"/>
                </a:schemeClr>
              </a:gs>
              <a:gs pos="74000">
                <a:schemeClr val="accent2">
                  <a:lumMod val="75000"/>
                  <a:alpha val="42000"/>
                </a:schemeClr>
              </a:gs>
              <a:gs pos="100000">
                <a:schemeClr val="accent3">
                  <a:lumMod val="75000"/>
                  <a:alpha val="42000"/>
                </a:schemeClr>
              </a:gs>
            </a:gsLst>
            <a:lin ang="2700000" scaled="1"/>
          </a:gradFill>
          <a:ln w="12700" cap="flat" cmpd="sng" algn="ctr">
            <a:noFill/>
            <a:prstDash val="solid"/>
            <a:miter lim="800000"/>
          </a:ln>
        </p:spPr>
      </p:sp>
      <p:sp>
        <p:nvSpPr>
          <p:cNvPr id="1672432457" name="Title 1"/>
          <p:cNvSpPr>
            <a:spLocks noGrp="1"/>
          </p:cNvSpPr>
          <p:nvPr>
            <p:ph type="title"/>
          </p:nvPr>
        </p:nvSpPr>
        <p:spPr bwMode="auto"/>
        <p:txBody>
          <a:bodyPr/>
          <a:lstStyle/>
          <a:p>
            <a:pPr>
              <a:defRPr/>
            </a:pPr>
            <a:r>
              <a:rPr/>
              <a:t>Click to edit Master title style</a:t>
            </a:r>
            <a:endParaRPr/>
          </a:p>
        </p:txBody>
      </p:sp>
      <p:sp>
        <p:nvSpPr>
          <p:cNvPr id="64859430" name="Content Placeholder 2"/>
          <p:cNvSpPr>
            <a:spLocks noGrp="1"/>
          </p:cNvSpPr>
          <p:nvPr>
            <p:ph sz="half" idx="1"/>
          </p:nvPr>
        </p:nvSpPr>
        <p:spPr bwMode="auto">
          <a:xfrm>
            <a:off x="838198" y="1825624"/>
            <a:ext cx="5181599" cy="4351338"/>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43541057" name="Content Placeholder 3"/>
          <p:cNvSpPr>
            <a:spLocks noGrp="1"/>
          </p:cNvSpPr>
          <p:nvPr>
            <p:ph sz="half" idx="2"/>
          </p:nvPr>
        </p:nvSpPr>
        <p:spPr bwMode="auto">
          <a:xfrm>
            <a:off x="6172200" y="1825624"/>
            <a:ext cx="5181599" cy="4351338"/>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685212174" name="Date Placeholder 4"/>
          <p:cNvSpPr>
            <a:spLocks noGrp="1"/>
          </p:cNvSpPr>
          <p:nvPr>
            <p:ph type="dt" sz="half" idx="10"/>
          </p:nvPr>
        </p:nvSpPr>
        <p:spPr bwMode="auto"/>
        <p:txBody>
          <a:bodyPr/>
          <a:lstStyle/>
          <a:p>
            <a:pPr>
              <a:defRPr/>
            </a:pPr>
            <a:fld id="{BCC18F51-09EC-435C-A3BA-64A766E099C0}" type="datetimeFigureOut">
              <a:rPr/>
              <a:t>30.10.2013</a:t>
            </a:fld>
            <a:endParaRPr/>
          </a:p>
        </p:txBody>
      </p:sp>
      <p:sp>
        <p:nvSpPr>
          <p:cNvPr id="869480189" name="Footer Placeholder 5"/>
          <p:cNvSpPr>
            <a:spLocks noGrp="1"/>
          </p:cNvSpPr>
          <p:nvPr>
            <p:ph type="ftr" sz="quarter" idx="11"/>
          </p:nvPr>
        </p:nvSpPr>
        <p:spPr bwMode="auto"/>
        <p:txBody>
          <a:bodyPr/>
          <a:lstStyle/>
          <a:p>
            <a:pPr>
              <a:defRPr/>
            </a:pPr>
            <a:endParaRPr/>
          </a:p>
        </p:txBody>
      </p:sp>
      <p:sp>
        <p:nvSpPr>
          <p:cNvPr id="1386072369" name="Slide Number Placeholder 6"/>
          <p:cNvSpPr>
            <a:spLocks noGrp="1"/>
          </p:cNvSpPr>
          <p:nvPr>
            <p:ph type="sldNum" sz="quarter" idx="12"/>
          </p:nvPr>
        </p:nvSpPr>
        <p:spPr bwMode="auto"/>
        <p:txBody>
          <a:bodyPr/>
          <a:lstStyle/>
          <a:p>
            <a:pPr>
              <a:defRPr/>
            </a:pPr>
            <a:fld id="{08395586-F03A-48D1-94DF-16B239DF4FB5}" type="slidenum">
              <a:rPr/>
              <a:t>‹#›</a:t>
            </a:fld>
            <a:endParaRPr/>
          </a:p>
        </p:txBody>
      </p:sp>
      <p:sp>
        <p:nvSpPr>
          <p:cNvPr id="1356754164" name=""/>
          <p:cNvSpPr/>
          <p:nvPr/>
        </p:nvSpPr>
        <p:spPr bwMode="auto">
          <a:xfrm rot="8070705" flipH="0" flipV="0">
            <a:off x="2033082" y="5000095"/>
            <a:ext cx="349223" cy="349223"/>
          </a:xfrm>
          <a:prstGeom prst="ellipse">
            <a:avLst/>
          </a:prstGeom>
          <a:gradFill>
            <a:gsLst>
              <a:gs pos="0">
                <a:schemeClr val="accent2">
                  <a:lumMod val="75000"/>
                  <a:alpha val="62000"/>
                </a:schemeClr>
              </a:gs>
              <a:gs pos="100000">
                <a:schemeClr val="accent2">
                  <a:lumMod val="50000"/>
                  <a:alpha val="62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477507195" name=""/>
          <p:cNvSpPr/>
          <p:nvPr/>
        </p:nvSpPr>
        <p:spPr bwMode="auto">
          <a:xfrm rot="5399976" flipH="0" flipV="0">
            <a:off x="2666403" y="-2667612"/>
            <a:ext cx="6879729" cy="12171411"/>
          </a:xfrm>
          <a:custGeom>
            <a:avLst/>
            <a:gdLst/>
            <a:ahLst/>
            <a:cxnLst/>
            <a:rect l="0" t="0" r="r" b="b"/>
            <a:pathLst>
              <a:path w="43200" h="43200" fill="norm" stroke="1" extrusionOk="0">
                <a:moveTo>
                  <a:pt x="0" y="0"/>
                </a:moveTo>
                <a:lnTo>
                  <a:pt x="43200" y="0"/>
                </a:lnTo>
                <a:lnTo>
                  <a:pt x="43046" y="43200"/>
                </a:lnTo>
                <a:cubicBezTo>
                  <a:pt x="39677" y="42246"/>
                  <a:pt x="34285" y="34057"/>
                  <a:pt x="32283" y="30754"/>
                </a:cubicBezTo>
                <a:cubicBezTo>
                  <a:pt x="28975" y="25293"/>
                  <a:pt x="30512" y="20870"/>
                  <a:pt x="29644" y="17212"/>
                </a:cubicBezTo>
                <a:cubicBezTo>
                  <a:pt x="28595" y="12807"/>
                  <a:pt x="23020" y="12984"/>
                  <a:pt x="15999" y="12617"/>
                </a:cubicBezTo>
                <a:cubicBezTo>
                  <a:pt x="7418" y="12251"/>
                  <a:pt x="0" y="4662"/>
                  <a:pt x="0" y="0"/>
                </a:cubicBezTo>
                <a:close/>
              </a:path>
            </a:pathLst>
          </a:custGeom>
          <a:gradFill>
            <a:gsLst>
              <a:gs pos="0">
                <a:schemeClr val="accent1">
                  <a:lumMod val="50000"/>
                  <a:alpha val="40000"/>
                </a:schemeClr>
              </a:gs>
              <a:gs pos="19000">
                <a:schemeClr val="accent2">
                  <a:lumMod val="50000"/>
                  <a:alpha val="40000"/>
                </a:schemeClr>
              </a:gs>
              <a:gs pos="46000">
                <a:schemeClr val="accent2">
                  <a:lumMod val="50000"/>
                  <a:alpha val="40000"/>
                </a:schemeClr>
              </a:gs>
              <a:gs pos="63000">
                <a:schemeClr val="accent2">
                  <a:lumMod val="50000"/>
                  <a:alpha val="40000"/>
                </a:schemeClr>
              </a:gs>
              <a:gs pos="96000">
                <a:schemeClr val="bg2">
                  <a:lumMod val="10000"/>
                  <a:alpha val="40000"/>
                </a:schemeClr>
              </a:gs>
            </a:gsLst>
            <a:lin ang="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397628524" name="Title 1"/>
          <p:cNvSpPr>
            <a:spLocks noGrp="1"/>
          </p:cNvSpPr>
          <p:nvPr>
            <p:ph type="title"/>
          </p:nvPr>
        </p:nvSpPr>
        <p:spPr bwMode="auto">
          <a:xfrm>
            <a:off x="839787" y="365124"/>
            <a:ext cx="10515600" cy="1325562"/>
          </a:xfrm>
        </p:spPr>
        <p:txBody>
          <a:bodyPr/>
          <a:lstStyle/>
          <a:p>
            <a:pPr>
              <a:defRPr/>
            </a:pPr>
            <a:r>
              <a:rPr/>
              <a:t>Click to edit Master title style</a:t>
            </a:r>
            <a:endParaRPr/>
          </a:p>
        </p:txBody>
      </p:sp>
      <p:sp>
        <p:nvSpPr>
          <p:cNvPr id="560204720" name="Text Placeholder 2"/>
          <p:cNvSpPr>
            <a:spLocks noGrp="1"/>
          </p:cNvSpPr>
          <p:nvPr>
            <p:ph type="body" idx="1"/>
          </p:nvPr>
        </p:nvSpPr>
        <p:spPr bwMode="auto">
          <a:xfrm>
            <a:off x="839787" y="1681162"/>
            <a:ext cx="5157785" cy="823911"/>
          </a:xfrm>
        </p:spPr>
        <p:txBody>
          <a:bodyPr anchor="b"/>
          <a:lstStyle>
            <a:lvl1pPr marL="0" indent="0">
              <a:buNone/>
              <a:defRPr sz="2800" b="1"/>
            </a:lvl1pPr>
            <a:lvl2pPr marL="457200" indent="0">
              <a:buNone/>
              <a:defRPr sz="2800" b="1"/>
            </a:lvl2pPr>
            <a:lvl3pPr marL="914400" indent="0">
              <a:buNone/>
              <a:defRPr sz="2800" b="1"/>
            </a:lvl3pPr>
            <a:lvl4pPr marL="1371600" indent="0">
              <a:buNone/>
              <a:defRPr sz="2800" b="1"/>
            </a:lvl4pPr>
            <a:lvl5pPr marL="1828800" indent="0">
              <a:buNone/>
              <a:defRPr sz="2800" b="1"/>
            </a:lvl5pPr>
            <a:lvl6pPr marL="2286000" indent="0">
              <a:buNone/>
              <a:defRPr sz="2800" b="1"/>
            </a:lvl6pPr>
            <a:lvl7pPr marL="2743200" indent="0">
              <a:buNone/>
              <a:defRPr sz="2800" b="1"/>
            </a:lvl7pPr>
            <a:lvl8pPr marL="3200400" indent="0">
              <a:buNone/>
              <a:defRPr sz="2800" b="1"/>
            </a:lvl8pPr>
            <a:lvl9pPr marL="3657600" indent="0">
              <a:buNone/>
              <a:defRPr sz="2800" b="1"/>
            </a:lvl9pPr>
          </a:lstStyle>
          <a:p>
            <a:pPr lvl="0">
              <a:defRPr/>
            </a:pPr>
            <a:r>
              <a:rPr/>
              <a:t>Click to edit Master text styles</a:t>
            </a:r>
            <a:endParaRPr/>
          </a:p>
        </p:txBody>
      </p:sp>
      <p:sp>
        <p:nvSpPr>
          <p:cNvPr id="779666032" name="Content Placeholder 3"/>
          <p:cNvSpPr>
            <a:spLocks noGrp="1"/>
          </p:cNvSpPr>
          <p:nvPr>
            <p:ph sz="half" idx="2"/>
          </p:nvPr>
        </p:nvSpPr>
        <p:spPr bwMode="auto">
          <a:xfrm>
            <a:off x="839787" y="2505073"/>
            <a:ext cx="5157785" cy="3684587"/>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982572052" name="Text Placeholder 4"/>
          <p:cNvSpPr>
            <a:spLocks noGrp="1"/>
          </p:cNvSpPr>
          <p:nvPr>
            <p:ph type="body" sz="quarter" idx="3"/>
          </p:nvPr>
        </p:nvSpPr>
        <p:spPr bwMode="auto">
          <a:xfrm>
            <a:off x="6172200" y="1681162"/>
            <a:ext cx="5183187" cy="823911"/>
          </a:xfrm>
        </p:spPr>
        <p:txBody>
          <a:bodyPr anchor="b"/>
          <a:lstStyle>
            <a:lvl1pPr marL="0" indent="0">
              <a:buNone/>
              <a:defRPr sz="2800" b="1"/>
            </a:lvl1pPr>
            <a:lvl2pPr marL="457200" indent="0">
              <a:buNone/>
              <a:defRPr sz="2800" b="1"/>
            </a:lvl2pPr>
            <a:lvl3pPr marL="914400" indent="0">
              <a:buNone/>
              <a:defRPr sz="2800" b="1"/>
            </a:lvl3pPr>
            <a:lvl4pPr marL="1371600" indent="0">
              <a:buNone/>
              <a:defRPr sz="2800" b="1"/>
            </a:lvl4pPr>
            <a:lvl5pPr marL="1828800" indent="0">
              <a:buNone/>
              <a:defRPr sz="2800" b="1"/>
            </a:lvl5pPr>
            <a:lvl6pPr marL="2286000" indent="0">
              <a:buNone/>
              <a:defRPr sz="2800" b="1"/>
            </a:lvl6pPr>
            <a:lvl7pPr marL="2743200" indent="0">
              <a:buNone/>
              <a:defRPr sz="2800" b="1"/>
            </a:lvl7pPr>
            <a:lvl8pPr marL="3200400" indent="0">
              <a:buNone/>
              <a:defRPr sz="2800" b="1"/>
            </a:lvl8pPr>
            <a:lvl9pPr marL="3657600" indent="0">
              <a:buNone/>
              <a:defRPr sz="2800" b="1"/>
            </a:lvl9pPr>
          </a:lstStyle>
          <a:p>
            <a:pPr lvl="0">
              <a:defRPr/>
            </a:pPr>
            <a:r>
              <a:rPr/>
              <a:t>Click to edit Master text styles</a:t>
            </a:r>
            <a:endParaRPr/>
          </a:p>
        </p:txBody>
      </p:sp>
      <p:sp>
        <p:nvSpPr>
          <p:cNvPr id="708868971" name="Content Placeholder 5"/>
          <p:cNvSpPr>
            <a:spLocks noGrp="1"/>
          </p:cNvSpPr>
          <p:nvPr>
            <p:ph sz="quarter" idx="4"/>
          </p:nvPr>
        </p:nvSpPr>
        <p:spPr bwMode="auto">
          <a:xfrm>
            <a:off x="6172200" y="2505073"/>
            <a:ext cx="5183187" cy="3684587"/>
          </a:xfrm>
        </p:spPr>
        <p:txBody>
          <a:body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337022921" name="Date Placeholder 6"/>
          <p:cNvSpPr>
            <a:spLocks noGrp="1"/>
          </p:cNvSpPr>
          <p:nvPr>
            <p:ph type="dt" sz="half" idx="10"/>
          </p:nvPr>
        </p:nvSpPr>
        <p:spPr bwMode="auto"/>
        <p:txBody>
          <a:bodyPr/>
          <a:lstStyle/>
          <a:p>
            <a:pPr>
              <a:defRPr/>
            </a:pPr>
            <a:fld id="{BCC18F51-09EC-435C-A3BA-64A766E099C0}" type="datetimeFigureOut">
              <a:rPr/>
              <a:t>30.10.2013</a:t>
            </a:fld>
            <a:endParaRPr/>
          </a:p>
        </p:txBody>
      </p:sp>
      <p:sp>
        <p:nvSpPr>
          <p:cNvPr id="1362545603" name="Footer Placeholder 7"/>
          <p:cNvSpPr>
            <a:spLocks noGrp="1"/>
          </p:cNvSpPr>
          <p:nvPr>
            <p:ph type="ftr" sz="quarter" idx="11"/>
          </p:nvPr>
        </p:nvSpPr>
        <p:spPr bwMode="auto"/>
        <p:txBody>
          <a:bodyPr/>
          <a:lstStyle/>
          <a:p>
            <a:pPr>
              <a:defRPr/>
            </a:pPr>
            <a:endParaRPr/>
          </a:p>
        </p:txBody>
      </p:sp>
      <p:sp>
        <p:nvSpPr>
          <p:cNvPr id="798963062" name="Slide Number Placeholder 8"/>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23663387" name="Date Placeholder 4"/>
          <p:cNvSpPr>
            <a:spLocks noGrp="1"/>
          </p:cNvSpPr>
          <p:nvPr>
            <p:ph type="dt" sz="half" idx="10"/>
          </p:nvPr>
        </p:nvSpPr>
        <p:spPr bwMode="auto"/>
        <p:txBody>
          <a:bodyPr/>
          <a:lstStyle/>
          <a:p>
            <a:pPr>
              <a:defRPr/>
            </a:pPr>
            <a:fld id="{BCC18F51-09EC-435C-A3BA-64A766E099C0}" type="datetimeFigureOut">
              <a:rPr/>
              <a:t>30.10.2013</a:t>
            </a:fld>
            <a:endParaRPr/>
          </a:p>
        </p:txBody>
      </p:sp>
      <p:sp>
        <p:nvSpPr>
          <p:cNvPr id="577411896" name="Footer Placeholder 5"/>
          <p:cNvSpPr>
            <a:spLocks noGrp="1"/>
          </p:cNvSpPr>
          <p:nvPr>
            <p:ph type="ftr" sz="quarter" idx="11"/>
          </p:nvPr>
        </p:nvSpPr>
        <p:spPr bwMode="auto"/>
        <p:txBody>
          <a:bodyPr/>
          <a:lstStyle/>
          <a:p>
            <a:pPr>
              <a:defRPr/>
            </a:pPr>
            <a:endParaRPr/>
          </a:p>
        </p:txBody>
      </p:sp>
      <p:sp>
        <p:nvSpPr>
          <p:cNvPr id="655901878" name="Slide Number Placeholder 6"/>
          <p:cNvSpPr>
            <a:spLocks noGrp="1"/>
          </p:cNvSpPr>
          <p:nvPr>
            <p:ph type="sldNum" sz="quarter" idx="12"/>
          </p:nvPr>
        </p:nvSpPr>
        <p:spPr bwMode="auto"/>
        <p:txBody>
          <a:bodyPr/>
          <a:lstStyle/>
          <a:p>
            <a:pPr>
              <a:defRPr/>
            </a:pPr>
            <a:fld id="{08395586-F03A-48D1-94DF-16B239DF4FB5}" type="slidenum">
              <a:rPr/>
              <a:t>‹#›</a:t>
            </a:fld>
            <a:endParaRPr/>
          </a:p>
        </p:txBody>
      </p:sp>
      <p:sp>
        <p:nvSpPr>
          <p:cNvPr id="649177812" name=""/>
          <p:cNvSpPr/>
          <p:nvPr/>
        </p:nvSpPr>
        <p:spPr bwMode="auto">
          <a:xfrm flipH="1" flipV="0">
            <a:off x="0" y="0"/>
            <a:ext cx="6850011" cy="6687496"/>
          </a:xfrm>
          <a:custGeom>
            <a:avLst/>
            <a:gdLst/>
            <a:ahLst/>
            <a:cxnLst/>
            <a:rect l="0" t="0" r="r" b="b"/>
            <a:pathLst>
              <a:path w="3881133" h="6687499" fill="norm" stroke="1" extrusionOk="0">
                <a:moveTo>
                  <a:pt x="0" y="0"/>
                </a:moveTo>
                <a:cubicBezTo>
                  <a:pt x="0" y="0"/>
                  <a:pt x="3881133" y="0"/>
                  <a:pt x="3881133" y="0"/>
                </a:cubicBezTo>
                <a:cubicBezTo>
                  <a:pt x="3881133" y="0"/>
                  <a:pt x="3881133" y="6687499"/>
                  <a:pt x="3881133" y="6687499"/>
                </a:cubicBezTo>
                <a:cubicBezTo>
                  <a:pt x="3306590" y="5940012"/>
                  <a:pt x="3104023" y="5612698"/>
                  <a:pt x="2884296" y="4952389"/>
                </a:cubicBezTo>
                <a:cubicBezTo>
                  <a:pt x="2563124" y="3988024"/>
                  <a:pt x="2682989" y="4268372"/>
                  <a:pt x="2589046" y="3959832"/>
                </a:cubicBezTo>
                <a:cubicBezTo>
                  <a:pt x="2387923" y="3275658"/>
                  <a:pt x="2548876" y="2819541"/>
                  <a:pt x="1542709" y="2175214"/>
                </a:cubicBezTo>
                <a:cubicBezTo>
                  <a:pt x="107271" y="1397486"/>
                  <a:pt x="0" y="914437"/>
                  <a:pt x="0" y="0"/>
                </a:cubicBezTo>
                <a:close/>
              </a:path>
            </a:pathLst>
          </a:custGeom>
          <a:gradFill>
            <a:gsLst>
              <a:gs pos="4000">
                <a:schemeClr val="accent2">
                  <a:lumMod val="50000"/>
                  <a:alpha val="40000"/>
                </a:schemeClr>
              </a:gs>
              <a:gs pos="33000">
                <a:schemeClr val="accent1">
                  <a:lumMod val="50000"/>
                  <a:alpha val="40000"/>
                </a:schemeClr>
              </a:gs>
              <a:gs pos="74000">
                <a:schemeClr val="accent2">
                  <a:lumMod val="50000"/>
                  <a:alpha val="40000"/>
                </a:schemeClr>
              </a:gs>
              <a:gs pos="100000">
                <a:schemeClr val="accent3">
                  <a:lumMod val="75000"/>
                  <a:alpha val="40000"/>
                </a:schemeClr>
              </a:gs>
            </a:gsLst>
            <a:lin ang="2700000" scaled="1"/>
          </a:gradFill>
          <a:ln w="12700" cap="flat" cmpd="sng" algn="ctr">
            <a:noFill/>
            <a:prstDash val="solid"/>
            <a:miter lim="800000"/>
          </a:ln>
        </p:spPr>
      </p:sp>
      <p:sp>
        <p:nvSpPr>
          <p:cNvPr id="631441413" name=""/>
          <p:cNvSpPr/>
          <p:nvPr/>
        </p:nvSpPr>
        <p:spPr bwMode="auto">
          <a:xfrm rot="6613455" flipH="0" flipV="0">
            <a:off x="251867" y="297216"/>
            <a:ext cx="513414" cy="513414"/>
          </a:xfrm>
          <a:prstGeom prst="ellipse">
            <a:avLst/>
          </a:prstGeom>
          <a:gradFill>
            <a:gsLst>
              <a:gs pos="0">
                <a:schemeClr val="accent2">
                  <a:lumMod val="75000"/>
                  <a:alpha val="62000"/>
                </a:schemeClr>
              </a:gs>
              <a:gs pos="100000">
                <a:schemeClr val="accent1">
                  <a:lumMod val="50000"/>
                  <a:alpha val="62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12349818" name="Title 1"/>
          <p:cNvSpPr>
            <a:spLocks noGrp="1"/>
          </p:cNvSpPr>
          <p:nvPr>
            <p:ph type="title"/>
          </p:nvPr>
        </p:nvSpPr>
        <p:spPr bwMode="auto">
          <a:xfrm>
            <a:off x="839787" y="457200"/>
            <a:ext cx="3932236" cy="1600200"/>
          </a:xfrm>
        </p:spPr>
        <p:txBody>
          <a:bodyPr vertOverflow="overflow" horzOverflow="overflow" vert="horz" wrap="square" lIns="91440" tIns="45720" rIns="91440" bIns="45720" numCol="1" spcCol="0" rtlCol="0" fromWordArt="0" anchor="t" anchorCtr="0" forceAA="0" upright="0" compatLnSpc="0">
            <a:normAutofit/>
          </a:bodyPr>
          <a:lstStyle>
            <a:lvl1pPr>
              <a:defRPr sz="4000"/>
            </a:lvl1pPr>
            <a:lvl2pPr>
              <a:defRPr sz="4000"/>
            </a:lvl2pPr>
            <a:lvl3pPr>
              <a:defRPr sz="4000"/>
            </a:lvl3pPr>
            <a:lvl4pPr>
              <a:defRPr sz="4000"/>
            </a:lvl4pPr>
            <a:lvl5pPr>
              <a:defRPr sz="4000"/>
            </a:lvl5pPr>
            <a:lvl6pPr>
              <a:defRPr sz="4000"/>
            </a:lvl6pPr>
            <a:lvl7pPr>
              <a:defRPr sz="4000"/>
            </a:lvl7pPr>
            <a:lvl8pPr>
              <a:defRPr sz="4000"/>
            </a:lvl8pPr>
            <a:lvl9pPr>
              <a:defRPr sz="4000"/>
            </a:lvl9pPr>
          </a:lstStyle>
          <a:p>
            <a:pPr>
              <a:defRPr/>
            </a:pPr>
            <a:r>
              <a:rPr/>
              <a:t>Click to edit </a:t>
            </a:r>
            <a:endParaRPr/>
          </a:p>
        </p:txBody>
      </p:sp>
      <p:sp>
        <p:nvSpPr>
          <p:cNvPr id="823414629" name="Text Placeholder 3"/>
          <p:cNvSpPr>
            <a:spLocks noGrp="1"/>
          </p:cNvSpPr>
          <p:nvPr>
            <p:ph type="body" sz="half" idx="2"/>
          </p:nvPr>
        </p:nvSpPr>
        <p:spPr bwMode="auto">
          <a:xfrm>
            <a:off x="839787" y="2057400"/>
            <a:ext cx="3932236" cy="3811587"/>
          </a:xfrm>
        </p:spPr>
        <p:txBody>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r>
              <a:rPr/>
              <a:t>Click to edit Master text styles</a:t>
            </a:r>
            <a:endParaRPr/>
          </a:p>
        </p:txBody>
      </p:sp>
      <p:sp>
        <p:nvSpPr>
          <p:cNvPr id="1008371813" name="Picture Placeholder 2"/>
          <p:cNvSpPr>
            <a:spLocks noChangeAspect="1" noGrp="1"/>
          </p:cNvSpPr>
          <p:nvPr>
            <p:ph type="pic" idx="1"/>
          </p:nvPr>
        </p:nvSpPr>
        <p:spPr bwMode="auto">
          <a:xfrm flipH="0" flipV="0">
            <a:off x="5183186" y="457198"/>
            <a:ext cx="6172200" cy="5403847"/>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a:t>Click icon to add picture</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bg>
      <p:bgPr shadeToTitle="0">
        <a:gradFill>
          <a:gsLst>
            <a:gs pos="0">
              <a:schemeClr val="accent2">
                <a:lumMod val="50000"/>
              </a:schemeClr>
            </a:gs>
            <a:gs pos="100000">
              <a:schemeClr val="tx2">
                <a:lumMod val="50000"/>
              </a:schemeClr>
            </a:gs>
          </a:gsLst>
          <a:lin ang="0" scaled="1"/>
        </a:gradFill>
      </p:bgPr>
    </p:bg>
    <p:spTree>
      <p:nvGrpSpPr>
        <p:cNvPr id="1" name=""/>
        <p:cNvGrpSpPr/>
        <p:nvPr/>
      </p:nvGrpSpPr>
      <p:grpSpPr bwMode="auto">
        <a:xfrm>
          <a:off x="0" y="0"/>
          <a:ext cx="0" cy="0"/>
          <a:chOff x="0" y="0"/>
          <a:chExt cx="0" cy="0"/>
        </a:xfrm>
      </p:grpSpPr>
      <p:pic>
        <p:nvPicPr>
          <p:cNvPr id="836314463" name=""/>
          <p:cNvPicPr>
            <a:picLocks noChangeAspect="1"/>
          </p:cNvPicPr>
          <p:nvPr/>
        </p:nvPicPr>
        <p:blipFill rotWithShape="1">
          <a:blip r:embed="rId2">
            <a:alphaModFix amt="49999"/>
          </a:blip>
          <a:stretch/>
        </p:blipFill>
        <p:spPr bwMode="auto">
          <a:xfrm flipH="0" flipV="0">
            <a:off x="3430947" y="0"/>
            <a:ext cx="8915397" cy="6229350"/>
          </a:xfrm>
          <a:prstGeom prst="rect">
            <a:avLst/>
          </a:prstGeom>
          <a:ln w="12700">
            <a:noFill/>
          </a:ln>
        </p:spPr>
      </p:pic>
      <p:sp>
        <p:nvSpPr>
          <p:cNvPr id="177965418" name="Title 1"/>
          <p:cNvSpPr>
            <a:spLocks noGrp="1"/>
          </p:cNvSpPr>
          <p:nvPr>
            <p:ph type="title"/>
          </p:nvPr>
        </p:nvSpPr>
        <p:spPr bwMode="auto">
          <a:xfrm rot="0" flipH="0" flipV="0">
            <a:off x="841246" y="3429000"/>
            <a:ext cx="7312150" cy="1325561"/>
          </a:xfrm>
        </p:spPr>
        <p:txBody>
          <a:bodyPr/>
          <a:lstStyle/>
          <a:p>
            <a:pPr>
              <a:defRPr/>
            </a:pPr>
            <a:r>
              <a:rPr/>
              <a:t>Click to edit Master title style</a:t>
            </a:r>
            <a:endParaRPr/>
          </a:p>
        </p:txBody>
      </p:sp>
      <p:sp>
        <p:nvSpPr>
          <p:cNvPr id="1725603688" name="Date Placeholder 2"/>
          <p:cNvSpPr>
            <a:spLocks noGrp="1"/>
          </p:cNvSpPr>
          <p:nvPr>
            <p:ph type="dt" sz="half" idx="10"/>
          </p:nvPr>
        </p:nvSpPr>
        <p:spPr bwMode="auto"/>
        <p:txBody>
          <a:bodyPr/>
          <a:lstStyle/>
          <a:p>
            <a:pPr>
              <a:defRPr/>
            </a:pPr>
            <a:fld id="{BCC18F51-09EC-435C-A3BA-64A766E099C0}" type="datetimeFigureOut">
              <a:rPr/>
              <a:t>30.10.2013</a:t>
            </a:fld>
            <a:endParaRPr/>
          </a:p>
        </p:txBody>
      </p:sp>
      <p:sp>
        <p:nvSpPr>
          <p:cNvPr id="305994761" name="Footer Placeholder 3"/>
          <p:cNvSpPr>
            <a:spLocks noGrp="1"/>
          </p:cNvSpPr>
          <p:nvPr>
            <p:ph type="ftr" sz="quarter" idx="11"/>
          </p:nvPr>
        </p:nvSpPr>
        <p:spPr bwMode="auto"/>
        <p:txBody>
          <a:bodyPr/>
          <a:lstStyle/>
          <a:p>
            <a:pPr>
              <a:defRPr/>
            </a:pPr>
            <a:endParaRPr/>
          </a:p>
        </p:txBody>
      </p:sp>
      <p:sp>
        <p:nvSpPr>
          <p:cNvPr id="602188561" name="Slide Number Placeholder 4"/>
          <p:cNvSpPr>
            <a:spLocks noGrp="1"/>
          </p:cNvSpPr>
          <p:nvPr>
            <p:ph type="sldNum" sz="quarter" idx="12"/>
          </p:nvPr>
        </p:nvSpPr>
        <p:spPr bwMode="auto"/>
        <p:txBody>
          <a:bodyPr/>
          <a:lstStyle/>
          <a:p>
            <a:pPr>
              <a:defRPr/>
            </a:pPr>
            <a:fld id="{08395586-F03A-48D1-94DF-16B239DF4FB5}" type="slidenum">
              <a:rPr/>
              <a:t>‹#›</a:t>
            </a:fld>
            <a:endParaRPr/>
          </a:p>
        </p:txBody>
      </p:sp>
      <p:sp>
        <p:nvSpPr>
          <p:cNvPr id="92907954" name="Shape 1998852806"/>
          <p:cNvSpPr/>
          <p:nvPr/>
        </p:nvSpPr>
        <p:spPr bwMode="auto">
          <a:xfrm rot="0" flipH="0" flipV="0">
            <a:off x="0" y="0"/>
            <a:ext cx="12198093" cy="6858000"/>
          </a:xfrm>
          <a:custGeom>
            <a:avLst/>
            <a:gdLst/>
            <a:ahLst/>
            <a:cxnLst/>
            <a:rect l="0" t="0" r="r" b="b"/>
            <a:pathLst>
              <a:path w="11974958" h="6661194" fill="norm" stroke="1" extrusionOk="0">
                <a:moveTo>
                  <a:pt x="0" y="0"/>
                </a:moveTo>
                <a:cubicBezTo>
                  <a:pt x="0" y="0"/>
                  <a:pt x="11974958" y="0"/>
                  <a:pt x="11974958" y="0"/>
                </a:cubicBezTo>
                <a:cubicBezTo>
                  <a:pt x="11974958" y="0"/>
                  <a:pt x="11974957" y="6468203"/>
                  <a:pt x="11974957" y="6468203"/>
                </a:cubicBezTo>
                <a:cubicBezTo>
                  <a:pt x="11189698" y="6783155"/>
                  <a:pt x="9699108" y="6748947"/>
                  <a:pt x="9038579" y="6092750"/>
                </a:cubicBezTo>
                <a:cubicBezTo>
                  <a:pt x="8056839" y="5118385"/>
                  <a:pt x="8542376" y="4134151"/>
                  <a:pt x="8300730" y="3409738"/>
                </a:cubicBezTo>
                <a:cubicBezTo>
                  <a:pt x="8005759" y="2537759"/>
                  <a:pt x="6937295" y="2580626"/>
                  <a:pt x="5040890" y="2631665"/>
                </a:cubicBezTo>
                <a:cubicBezTo>
                  <a:pt x="2519743" y="2568136"/>
                  <a:pt x="0" y="923943"/>
                  <a:pt x="0" y="0"/>
                </a:cubicBezTo>
                <a:close/>
              </a:path>
            </a:pathLst>
          </a:custGeom>
          <a:gradFill>
            <a:gsLst>
              <a:gs pos="0">
                <a:schemeClr val="accent1">
                  <a:lumMod val="50000"/>
                  <a:alpha val="30000"/>
                </a:schemeClr>
              </a:gs>
              <a:gs pos="15000">
                <a:schemeClr val="accent3">
                  <a:lumMod val="75000"/>
                  <a:alpha val="30000"/>
                </a:schemeClr>
              </a:gs>
              <a:gs pos="32000">
                <a:schemeClr val="accent2">
                  <a:lumMod val="50000"/>
                  <a:alpha val="30000"/>
                </a:schemeClr>
              </a:gs>
              <a:gs pos="69000">
                <a:schemeClr val="accent2">
                  <a:lumMod val="50000"/>
                  <a:alpha val="30000"/>
                </a:schemeClr>
              </a:gs>
              <a:gs pos="96000">
                <a:schemeClr val="bg2">
                  <a:lumMod val="10000"/>
                  <a:alpha val="30000"/>
                </a:schemeClr>
              </a:gs>
            </a:gsLst>
            <a:lin ang="20400000" scaled="1"/>
          </a:gradFill>
          <a:ln w="12700" cap="flat" cmpd="sng" algn="ctr">
            <a:noFill/>
            <a:prstDash val="solid"/>
            <a:miter lim="800000"/>
          </a:ln>
        </p:spPr>
      </p:sp>
      <p:sp>
        <p:nvSpPr>
          <p:cNvPr id="1351408015" name=""/>
          <p:cNvSpPr/>
          <p:nvPr/>
        </p:nvSpPr>
        <p:spPr bwMode="auto">
          <a:xfrm flipH="0" flipV="0">
            <a:off x="3668729" y="0"/>
            <a:ext cx="8523265" cy="6163155"/>
          </a:xfrm>
          <a:custGeom>
            <a:avLst/>
            <a:gdLst/>
            <a:ahLst/>
            <a:cxnLst/>
            <a:rect l="0" t="0" r="r" b="b"/>
            <a:pathLst>
              <a:path w="8435884" h="6163156" fill="norm" stroke="1" extrusionOk="0">
                <a:moveTo>
                  <a:pt x="0" y="0"/>
                </a:moveTo>
                <a:cubicBezTo>
                  <a:pt x="0" y="0"/>
                  <a:pt x="8435884" y="0"/>
                  <a:pt x="8435884" y="0"/>
                </a:cubicBezTo>
                <a:cubicBezTo>
                  <a:pt x="8435884" y="0"/>
                  <a:pt x="8435883" y="6035582"/>
                  <a:pt x="8435883" y="6035582"/>
                </a:cubicBezTo>
                <a:cubicBezTo>
                  <a:pt x="7833177" y="6290128"/>
                  <a:pt x="6626202" y="6175905"/>
                  <a:pt x="6171088" y="5582954"/>
                </a:cubicBezTo>
                <a:cubicBezTo>
                  <a:pt x="5475110" y="4677144"/>
                  <a:pt x="5607620" y="2913460"/>
                  <a:pt x="5406268" y="2591454"/>
                </a:cubicBezTo>
                <a:cubicBezTo>
                  <a:pt x="5124534" y="1974265"/>
                  <a:pt x="4282317" y="2208670"/>
                  <a:pt x="2937912" y="2256038"/>
                </a:cubicBezTo>
                <a:cubicBezTo>
                  <a:pt x="1150613" y="2196972"/>
                  <a:pt x="0" y="859015"/>
                  <a:pt x="0" y="0"/>
                </a:cubicBezTo>
                <a:close/>
              </a:path>
            </a:pathLst>
          </a:custGeom>
          <a:gradFill>
            <a:gsLst>
              <a:gs pos="0">
                <a:schemeClr val="accent1">
                  <a:lumMod val="50000"/>
                  <a:alpha val="31999"/>
                </a:schemeClr>
              </a:gs>
              <a:gs pos="19000">
                <a:schemeClr val="accent2">
                  <a:lumMod val="50000"/>
                  <a:alpha val="31999"/>
                </a:schemeClr>
              </a:gs>
              <a:gs pos="31000">
                <a:schemeClr val="accent3">
                  <a:lumMod val="75000"/>
                  <a:alpha val="31999"/>
                </a:schemeClr>
              </a:gs>
              <a:gs pos="53000">
                <a:schemeClr val="accent2">
                  <a:lumMod val="50000"/>
                  <a:alpha val="31999"/>
                </a:schemeClr>
              </a:gs>
              <a:gs pos="80000">
                <a:schemeClr val="accent2">
                  <a:lumMod val="50000"/>
                  <a:alpha val="31999"/>
                </a:schemeClr>
              </a:gs>
              <a:gs pos="100000">
                <a:schemeClr val="tx2">
                  <a:lumMod val="75000"/>
                  <a:alpha val="31999"/>
                </a:schemeClr>
              </a:gs>
            </a:gsLst>
            <a:lin ang="19200000" scaled="1"/>
          </a:gradFill>
          <a:ln w="12700" cap="flat" cmpd="sng" algn="ctr">
            <a:noFill/>
            <a:prstDash val="solid"/>
            <a:miter lim="800000"/>
          </a:ln>
        </p:spPr>
      </p:sp>
      <p:sp>
        <p:nvSpPr>
          <p:cNvPr id="721229645" name=""/>
          <p:cNvSpPr/>
          <p:nvPr/>
        </p:nvSpPr>
        <p:spPr bwMode="auto">
          <a:xfrm rot="1608855" flipH="0" flipV="0">
            <a:off x="522936" y="1578480"/>
            <a:ext cx="630525" cy="630525"/>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263738156" name=""/>
          <p:cNvSpPr/>
          <p:nvPr/>
        </p:nvSpPr>
        <p:spPr bwMode="auto">
          <a:xfrm rot="17382832" flipH="0" flipV="0">
            <a:off x="1318345" y="2482165"/>
            <a:ext cx="405916" cy="405916"/>
          </a:xfrm>
          <a:prstGeom prst="ellipse">
            <a:avLst/>
          </a:prstGeom>
          <a:gradFill>
            <a:gsLst>
              <a:gs pos="0">
                <a:schemeClr val="accent2">
                  <a:lumMod val="75000"/>
                  <a:alpha val="43000"/>
                </a:schemeClr>
              </a:gs>
              <a:gs pos="100000">
                <a:schemeClr val="bg2">
                  <a:lumMod val="10000"/>
                  <a:alpha val="43000"/>
                </a:schemeClr>
              </a:gs>
            </a:gsLst>
            <a:lin ang="2700000" scaled="1"/>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290190509" name="Date Placeholder 1"/>
          <p:cNvSpPr>
            <a:spLocks noGrp="1"/>
          </p:cNvSpPr>
          <p:nvPr>
            <p:ph type="dt" sz="half" idx="10"/>
          </p:nvPr>
        </p:nvSpPr>
        <p:spPr bwMode="auto"/>
        <p:txBody>
          <a:bodyPr/>
          <a:lstStyle/>
          <a:p>
            <a:pPr>
              <a:defRPr/>
            </a:pPr>
            <a:fld id="{BCC18F51-09EC-435C-A3BA-64A766E099C0}" type="datetimeFigureOut">
              <a:rPr/>
              <a:t>30.10.2013</a:t>
            </a:fld>
            <a:endParaRPr/>
          </a:p>
        </p:txBody>
      </p:sp>
      <p:sp>
        <p:nvSpPr>
          <p:cNvPr id="1818753408" name="Footer Placeholder 2"/>
          <p:cNvSpPr>
            <a:spLocks noGrp="1"/>
          </p:cNvSpPr>
          <p:nvPr>
            <p:ph type="ftr" sz="quarter" idx="11"/>
          </p:nvPr>
        </p:nvSpPr>
        <p:spPr bwMode="auto"/>
        <p:txBody>
          <a:bodyPr/>
          <a:lstStyle/>
          <a:p>
            <a:pPr>
              <a:defRPr/>
            </a:pPr>
            <a:endParaRPr/>
          </a:p>
        </p:txBody>
      </p:sp>
      <p:sp>
        <p:nvSpPr>
          <p:cNvPr id="571934282" name="Slide Number Placeholder 3"/>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22067510" name="Title 1"/>
          <p:cNvSpPr>
            <a:spLocks noGrp="1"/>
          </p:cNvSpPr>
          <p:nvPr>
            <p:ph type="title"/>
          </p:nvPr>
        </p:nvSpPr>
        <p:spPr bwMode="auto">
          <a:xfrm>
            <a:off x="839787" y="457200"/>
            <a:ext cx="3932236" cy="1600200"/>
          </a:xfrm>
        </p:spPr>
        <p:txBody>
          <a:bodyPr anchor="b"/>
          <a:lstStyle>
            <a:lvl1pPr>
              <a:defRPr sz="4000"/>
            </a:lvl1pPr>
            <a:lvl2pPr>
              <a:defRPr sz="4000"/>
            </a:lvl2pPr>
            <a:lvl3pPr>
              <a:defRPr sz="4000"/>
            </a:lvl3pPr>
            <a:lvl4pPr>
              <a:defRPr sz="4000"/>
            </a:lvl4pPr>
            <a:lvl5pPr>
              <a:defRPr sz="4000"/>
            </a:lvl5pPr>
            <a:lvl6pPr>
              <a:defRPr sz="4000"/>
            </a:lvl6pPr>
            <a:lvl7pPr>
              <a:defRPr sz="4000"/>
            </a:lvl7pPr>
            <a:lvl8pPr>
              <a:defRPr sz="4000"/>
            </a:lvl8pPr>
            <a:lvl9pPr>
              <a:defRPr sz="4000"/>
            </a:lvl9pPr>
          </a:lstStyle>
          <a:p>
            <a:pPr>
              <a:defRPr/>
            </a:pPr>
            <a:r>
              <a:rPr/>
              <a:t>Click to edit Master title style</a:t>
            </a:r>
            <a:endParaRPr/>
          </a:p>
        </p:txBody>
      </p:sp>
      <p:sp>
        <p:nvSpPr>
          <p:cNvPr id="380698877" name="Content Placeholder 2"/>
          <p:cNvSpPr>
            <a:spLocks noGrp="1"/>
          </p:cNvSpPr>
          <p:nvPr>
            <p:ph idx="1"/>
          </p:nvPr>
        </p:nvSpPr>
        <p:spPr bwMode="auto">
          <a:xfrm flipH="0" flipV="0">
            <a:off x="5183186" y="457198"/>
            <a:ext cx="6172200" cy="54038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292141960" name="Text Placeholder 3"/>
          <p:cNvSpPr>
            <a:spLocks noGrp="1"/>
          </p:cNvSpPr>
          <p:nvPr>
            <p:ph type="body" sz="half" idx="2"/>
          </p:nvPr>
        </p:nvSpPr>
        <p:spPr bwMode="auto">
          <a:xfrm>
            <a:off x="839787" y="2057400"/>
            <a:ext cx="3932236" cy="3811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a:t>Click to edit Master text styles</a:t>
            </a:r>
            <a:endParaRPr/>
          </a:p>
        </p:txBody>
      </p:sp>
      <p:sp>
        <p:nvSpPr>
          <p:cNvPr id="1699850473" name="Date Placeholder 4"/>
          <p:cNvSpPr>
            <a:spLocks noGrp="1"/>
          </p:cNvSpPr>
          <p:nvPr>
            <p:ph type="dt" sz="half" idx="10"/>
          </p:nvPr>
        </p:nvSpPr>
        <p:spPr bwMode="auto"/>
        <p:txBody>
          <a:bodyPr/>
          <a:lstStyle/>
          <a:p>
            <a:pPr>
              <a:defRPr/>
            </a:pPr>
            <a:fld id="{BCC18F51-09EC-435C-A3BA-64A766E099C0}" type="datetimeFigureOut">
              <a:rPr/>
              <a:t>30.10.2013</a:t>
            </a:fld>
            <a:endParaRPr/>
          </a:p>
        </p:txBody>
      </p:sp>
      <p:sp>
        <p:nvSpPr>
          <p:cNvPr id="980213202" name="Footer Placeholder 5"/>
          <p:cNvSpPr>
            <a:spLocks noGrp="1"/>
          </p:cNvSpPr>
          <p:nvPr>
            <p:ph type="ftr" sz="quarter" idx="11"/>
          </p:nvPr>
        </p:nvSpPr>
        <p:spPr bwMode="auto"/>
        <p:txBody>
          <a:bodyPr/>
          <a:lstStyle/>
          <a:p>
            <a:pPr>
              <a:defRPr/>
            </a:pPr>
            <a:endParaRPr/>
          </a:p>
        </p:txBody>
      </p:sp>
      <p:sp>
        <p:nvSpPr>
          <p:cNvPr id="1416486037" name="Slide Number Placeholder 6"/>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061269634" name="Title 1"/>
          <p:cNvSpPr>
            <a:spLocks noGrp="1"/>
          </p:cNvSpPr>
          <p:nvPr>
            <p:ph type="title"/>
          </p:nvPr>
        </p:nvSpPr>
        <p:spPr bwMode="auto"/>
        <p:txBody>
          <a:bodyPr/>
          <a:lstStyle/>
          <a:p>
            <a:pPr>
              <a:defRPr/>
            </a:pPr>
            <a:r>
              <a:rPr/>
              <a:t>Click to edit Master title style</a:t>
            </a:r>
            <a:endParaRPr/>
          </a:p>
        </p:txBody>
      </p:sp>
      <p:sp>
        <p:nvSpPr>
          <p:cNvPr id="81670747" name="Vertical Text Placeholder 2"/>
          <p:cNvSpPr>
            <a:spLocks noGrp="1"/>
          </p:cNvSpPr>
          <p:nvPr>
            <p:ph type="body" orient="vert" idx="1"/>
          </p:nvPr>
        </p:nvSpPr>
        <p:spPr bwMode="auto"/>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395155203"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807117966" name="Footer Placeholder 4"/>
          <p:cNvSpPr>
            <a:spLocks noGrp="1"/>
          </p:cNvSpPr>
          <p:nvPr>
            <p:ph type="ftr" sz="quarter" idx="11"/>
          </p:nvPr>
        </p:nvSpPr>
        <p:spPr bwMode="auto"/>
        <p:txBody>
          <a:bodyPr/>
          <a:lstStyle/>
          <a:p>
            <a:pPr>
              <a:defRPr/>
            </a:pPr>
            <a:endParaRPr/>
          </a:p>
        </p:txBody>
      </p:sp>
      <p:sp>
        <p:nvSpPr>
          <p:cNvPr id="685929780"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982477488" name="Vertical Title 1"/>
          <p:cNvSpPr>
            <a:spLocks noGrp="1"/>
          </p:cNvSpPr>
          <p:nvPr>
            <p:ph type="title" orient="vert"/>
          </p:nvPr>
        </p:nvSpPr>
        <p:spPr bwMode="auto">
          <a:xfrm>
            <a:off x="8724899" y="365124"/>
            <a:ext cx="2628900" cy="5811837"/>
          </a:xfrm>
        </p:spPr>
        <p:txBody>
          <a:bodyPr vert="eaVert"/>
          <a:lstStyle/>
          <a:p>
            <a:pPr>
              <a:defRPr/>
            </a:pPr>
            <a:r>
              <a:rPr/>
              <a:t>Click to edit Master title style</a:t>
            </a:r>
            <a:endParaRPr/>
          </a:p>
        </p:txBody>
      </p:sp>
      <p:sp>
        <p:nvSpPr>
          <p:cNvPr id="20027988" name="Vertical Text Placeholder 2"/>
          <p:cNvSpPr>
            <a:spLocks noGrp="1"/>
          </p:cNvSpPr>
          <p:nvPr>
            <p:ph type="body" orient="vert" idx="1"/>
          </p:nvPr>
        </p:nvSpPr>
        <p:spPr bwMode="auto">
          <a:xfrm>
            <a:off x="838198" y="365124"/>
            <a:ext cx="7734299" cy="5811837"/>
          </a:xfrm>
        </p:spPr>
        <p:txBody>
          <a:bodyPr vert="eaVert"/>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478685462" name="Date Placeholder 3"/>
          <p:cNvSpPr>
            <a:spLocks noGrp="1"/>
          </p:cNvSpPr>
          <p:nvPr>
            <p:ph type="dt" sz="half" idx="10"/>
          </p:nvPr>
        </p:nvSpPr>
        <p:spPr bwMode="auto"/>
        <p:txBody>
          <a:bodyPr/>
          <a:lstStyle/>
          <a:p>
            <a:pPr>
              <a:defRPr/>
            </a:pPr>
            <a:fld id="{BCC18F51-09EC-435C-A3BA-64A766E099C0}" type="datetimeFigureOut">
              <a:rPr/>
              <a:t>30.10.2013</a:t>
            </a:fld>
            <a:endParaRPr/>
          </a:p>
        </p:txBody>
      </p:sp>
      <p:sp>
        <p:nvSpPr>
          <p:cNvPr id="831161915" name="Footer Placeholder 4"/>
          <p:cNvSpPr>
            <a:spLocks noGrp="1"/>
          </p:cNvSpPr>
          <p:nvPr>
            <p:ph type="ftr" sz="quarter" idx="11"/>
          </p:nvPr>
        </p:nvSpPr>
        <p:spPr bwMode="auto"/>
        <p:txBody>
          <a:bodyPr/>
          <a:lstStyle/>
          <a:p>
            <a:pPr>
              <a:defRPr/>
            </a:pPr>
            <a:endParaRPr/>
          </a:p>
        </p:txBody>
      </p:sp>
      <p:sp>
        <p:nvSpPr>
          <p:cNvPr id="1085875958" name="Slide Number Placeholder 5"/>
          <p:cNvSpPr>
            <a:spLocks noGrp="1"/>
          </p:cNvSpPr>
          <p:nvPr>
            <p:ph type="sldNum" sz="quarter" idx="12"/>
          </p:nvPr>
        </p:nvSpPr>
        <p:spPr bwMode="auto"/>
        <p:txBody>
          <a:bodyPr/>
          <a:lstStyle/>
          <a:p>
            <a:pPr>
              <a:defRPr/>
            </a:pPr>
            <a:fld id="{08395586-F03A-48D1-94DF-16B239DF4FB5}"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gradFill>
          <a:gsLst>
            <a:gs pos="0">
              <a:schemeClr val="accent2">
                <a:lumMod val="50000"/>
              </a:schemeClr>
            </a:gs>
            <a:gs pos="100000">
              <a:schemeClr val="tx2">
                <a:lumMod val="50000"/>
              </a:schemeClr>
            </a:gs>
          </a:gsLst>
          <a:lin ang="2700000" scaled="1"/>
        </a:gradFill>
      </p:bgPr>
    </p:bg>
    <p:spTree>
      <p:nvGrpSpPr>
        <p:cNvPr id="1" name=""/>
        <p:cNvGrpSpPr/>
        <p:nvPr/>
      </p:nvGrpSpPr>
      <p:grpSpPr bwMode="auto">
        <a:xfrm>
          <a:off x="0" y="0"/>
          <a:ext cx="0" cy="0"/>
          <a:chOff x="0" y="0"/>
          <a:chExt cx="0" cy="0"/>
        </a:xfrm>
      </p:grpSpPr>
      <p:sp>
        <p:nvSpPr>
          <p:cNvPr id="1710209720" name="Title Placeholder 1"/>
          <p:cNvSpPr>
            <a:spLocks noGrp="1"/>
          </p:cNvSpPr>
          <p:nvPr>
            <p:ph type="title"/>
          </p:nvPr>
        </p:nvSpPr>
        <p:spPr bwMode="auto">
          <a:xfrm>
            <a:off x="838198" y="365124"/>
            <a:ext cx="10515600" cy="1325562"/>
          </a:xfrm>
          <a:prstGeom prst="rect">
            <a:avLst/>
          </a:prstGeom>
        </p:spPr>
        <p:txBody>
          <a:bodyPr vert="horz" lIns="91440" tIns="45720" rIns="91440" bIns="45720" rtlCol="0" anchor="ctr">
            <a:normAutofit/>
          </a:bodyPr>
          <a:lstStyle>
            <a:lvl1pPr>
              <a:defRPr sz="4000">
                <a:solidFill>
                  <a:schemeClr val="bg1">
                    <a:lumMod val="95000"/>
                  </a:schemeClr>
                </a:solidFill>
              </a:defRPr>
            </a:lvl1pPr>
            <a:lvl2pPr>
              <a:defRPr sz="4000">
                <a:solidFill>
                  <a:schemeClr val="bg1">
                    <a:lumMod val="95000"/>
                  </a:schemeClr>
                </a:solidFill>
              </a:defRPr>
            </a:lvl2pPr>
            <a:lvl3pPr>
              <a:defRPr sz="4000">
                <a:solidFill>
                  <a:schemeClr val="bg1">
                    <a:lumMod val="95000"/>
                  </a:schemeClr>
                </a:solidFill>
              </a:defRPr>
            </a:lvl3pPr>
            <a:lvl4pPr>
              <a:defRPr sz="4000">
                <a:solidFill>
                  <a:schemeClr val="bg1">
                    <a:lumMod val="95000"/>
                  </a:schemeClr>
                </a:solidFill>
              </a:defRPr>
            </a:lvl4pPr>
            <a:lvl5pPr>
              <a:defRPr sz="4000">
                <a:solidFill>
                  <a:schemeClr val="bg1">
                    <a:lumMod val="95000"/>
                  </a:schemeClr>
                </a:solidFill>
              </a:defRPr>
            </a:lvl5pPr>
            <a:lvl6pPr>
              <a:defRPr sz="4000">
                <a:solidFill>
                  <a:schemeClr val="bg1">
                    <a:lumMod val="95000"/>
                  </a:schemeClr>
                </a:solidFill>
              </a:defRPr>
            </a:lvl6pPr>
            <a:lvl7pPr>
              <a:defRPr sz="4000">
                <a:solidFill>
                  <a:schemeClr val="bg1">
                    <a:lumMod val="95000"/>
                  </a:schemeClr>
                </a:solidFill>
              </a:defRPr>
            </a:lvl7pPr>
            <a:lvl8pPr>
              <a:defRPr sz="4000">
                <a:solidFill>
                  <a:schemeClr val="bg1">
                    <a:lumMod val="95000"/>
                  </a:schemeClr>
                </a:solidFill>
              </a:defRPr>
            </a:lvl8pPr>
            <a:lvl9pPr>
              <a:defRPr sz="4000">
                <a:solidFill>
                  <a:schemeClr val="bg1">
                    <a:lumMod val="95000"/>
                  </a:schemeClr>
                </a:solidFill>
              </a:defRPr>
            </a:lvl9pPr>
          </a:lstStyle>
          <a:p>
            <a:pPr>
              <a:defRPr/>
            </a:pPr>
            <a:r>
              <a:rPr/>
              <a:t>Click to edit Master title style</a:t>
            </a:r>
            <a:endParaRPr/>
          </a:p>
        </p:txBody>
      </p:sp>
      <p:sp>
        <p:nvSpPr>
          <p:cNvPr id="1799635657" name="Text Placeholder 2"/>
          <p:cNvSpPr>
            <a:spLocks noGrp="1"/>
          </p:cNvSpPr>
          <p:nvPr>
            <p:ph type="body" idx="1"/>
          </p:nvPr>
        </p:nvSpPr>
        <p:spPr bwMode="auto">
          <a:xfrm>
            <a:off x="838198" y="1825624"/>
            <a:ext cx="10515600" cy="4351338"/>
          </a:xfrm>
          <a:prstGeom prst="rect">
            <a:avLst/>
          </a:prstGeom>
        </p:spPr>
        <p:txBody>
          <a:bodyPr vert="horz" lIns="91440" tIns="45720" rIns="91440" bIns="45720" rtlCol="0">
            <a:normAutofit/>
          </a:bodyPr>
          <a:lstStyle>
            <a:lvl1pPr>
              <a:defRPr sz="2400">
                <a:solidFill>
                  <a:schemeClr val="bg1">
                    <a:lumMod val="95000"/>
                  </a:schemeClr>
                </a:solidFill>
              </a:defRPr>
            </a:lvl1pPr>
            <a:lvl2pPr>
              <a:defRPr sz="2000">
                <a:solidFill>
                  <a:schemeClr val="bg1">
                    <a:lumMod val="95000"/>
                  </a:schemeClr>
                </a:solidFill>
              </a:defRPr>
            </a:lvl2pPr>
            <a:lvl3pPr>
              <a:defRPr sz="1800">
                <a:solidFill>
                  <a:schemeClr val="bg1">
                    <a:lumMod val="95000"/>
                  </a:schemeClr>
                </a:solidFill>
              </a:defRPr>
            </a:lvl3pPr>
            <a:lvl4pPr>
              <a:defRPr sz="1600">
                <a:solidFill>
                  <a:schemeClr val="bg1">
                    <a:lumMod val="95000"/>
                  </a:schemeClr>
                </a:solidFill>
              </a:defRPr>
            </a:lvl4pPr>
            <a:lvl5pPr>
              <a:defRPr sz="1400">
                <a:solidFill>
                  <a:schemeClr val="bg1">
                    <a:lumMod val="95000"/>
                  </a:schemeClr>
                </a:solidFill>
              </a:defRPr>
            </a:lvl5pPr>
            <a:lvl6pPr>
              <a:defRPr>
                <a:solidFill>
                  <a:schemeClr val="bg1">
                    <a:lumMod val="95000"/>
                  </a:schemeClr>
                </a:solidFill>
              </a:defRPr>
            </a:lvl6pPr>
            <a:lvl7pPr>
              <a:defRPr>
                <a:solidFill>
                  <a:schemeClr val="bg1">
                    <a:lumMod val="95000"/>
                  </a:schemeClr>
                </a:solidFill>
              </a:defRPr>
            </a:lvl7pPr>
            <a:lvl8pPr>
              <a:defRPr>
                <a:solidFill>
                  <a:schemeClr val="bg1">
                    <a:lumMod val="95000"/>
                  </a:schemeClr>
                </a:solidFill>
              </a:defRPr>
            </a:lvl8pPr>
            <a:lvl9pPr>
              <a:defRPr>
                <a:solidFill>
                  <a:schemeClr val="bg1">
                    <a:lumMod val="95000"/>
                  </a:schemeClr>
                </a:solidFill>
              </a:defRPr>
            </a:lvl9pPr>
          </a:lstStyle>
          <a:p>
            <a:pPr lvl="0">
              <a:defRPr/>
            </a:pPr>
            <a:r>
              <a:rPr/>
              <a:t>Click to edit Master text styles</a:t>
            </a:r>
            <a:endParaRPr/>
          </a:p>
          <a:p>
            <a:pPr lvl="1">
              <a:defRPr/>
            </a:pPr>
            <a:r>
              <a:rPr/>
              <a:t>Second level</a:t>
            </a:r>
            <a:endParaRPr/>
          </a:p>
          <a:p>
            <a:pPr lvl="2">
              <a:defRPr/>
            </a:pPr>
            <a:r>
              <a:rPr/>
              <a:t>Third level</a:t>
            </a:r>
            <a:endParaRPr/>
          </a:p>
          <a:p>
            <a:pPr lvl="3">
              <a:defRPr/>
            </a:pPr>
            <a:r>
              <a:rPr/>
              <a:t>Fourth level</a:t>
            </a:r>
            <a:endParaRPr/>
          </a:p>
          <a:p>
            <a:pPr lvl="4">
              <a:defRPr/>
            </a:pPr>
            <a:r>
              <a:rPr/>
              <a:t>Fifth level</a:t>
            </a:r>
            <a:endParaRPr/>
          </a:p>
        </p:txBody>
      </p:sp>
      <p:sp>
        <p:nvSpPr>
          <p:cNvPr id="1980461315" name="Date Placeholder 3"/>
          <p:cNvSpPr>
            <a:spLocks noGrp="1"/>
          </p:cNvSpPr>
          <p:nvPr>
            <p:ph type="dt" sz="half" idx="2"/>
          </p:nvPr>
        </p:nvSpPr>
        <p:spPr bwMode="auto">
          <a:xfrm>
            <a:off x="838198" y="6356349"/>
            <a:ext cx="2743200" cy="36512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a:t>30.10.2013</a:t>
            </a:fld>
            <a:endParaRPr/>
          </a:p>
        </p:txBody>
      </p:sp>
      <p:sp>
        <p:nvSpPr>
          <p:cNvPr id="2112686913" name="Footer Placeholder 4"/>
          <p:cNvSpPr>
            <a:spLocks noGrp="1"/>
          </p:cNvSpPr>
          <p:nvPr>
            <p:ph type="ftr" sz="quarter" idx="3"/>
          </p:nvPr>
        </p:nvSpPr>
        <p:spPr bwMode="auto">
          <a:xfrm>
            <a:off x="4038598" y="6356349"/>
            <a:ext cx="4114800" cy="36512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
        <p:nvSpPr>
          <p:cNvPr id="1122107016" name="Slide Number Placeholder 5"/>
          <p:cNvSpPr>
            <a:spLocks noGrp="1"/>
          </p:cNvSpPr>
          <p:nvPr>
            <p:ph type="sldNum" sz="quarter" idx="4"/>
          </p:nvPr>
        </p:nvSpPr>
        <p:spPr bwMode="auto">
          <a:xfrm>
            <a:off x="8610599" y="6356349"/>
            <a:ext cx="2743200" cy="36512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1845908" name="Título 1"/>
          <p:cNvSpPr>
            <a:spLocks noGrp="1"/>
          </p:cNvSpPr>
          <p:nvPr>
            <p:ph type="ctrTitle"/>
          </p:nvPr>
        </p:nvSpPr>
        <p:spPr bwMode="auto">
          <a:xfrm flipH="0" flipV="0">
            <a:off x="579780" y="2681623"/>
            <a:ext cx="9378266" cy="1494752"/>
          </a:xfrm>
        </p:spPr>
        <p:txBody>
          <a:bodyPr vertOverflow="overflow" horzOverflow="overflow" vert="horz" wrap="square" lIns="91440" tIns="45720" rIns="91440" bIns="45720" numCol="1" spcCol="0" rtlCol="0" fromWordArt="0" anchor="b" anchorCtr="0" forceAA="0" upright="0" compatLnSpc="0">
            <a:normAutofit fontScale="90000" lnSpcReduction="2000"/>
          </a:bodyPr>
          <a:lstStyle/>
          <a:p>
            <a:pPr>
              <a:defRPr/>
            </a:pPr>
            <a:r>
              <a:rPr sz="6000" b="0" i="0" u="none">
                <a:solidFill>
                  <a:schemeClr val="accent3">
                    <a:lumMod val="20000"/>
                    <a:lumOff val="80000"/>
                  </a:schemeClr>
                </a:solidFill>
                <a:latin typeface="Poppins ExtraBold"/>
                <a:ea typeface="Poppins ExtraBold"/>
                <a:cs typeface="Poppins ExtraBold"/>
              </a:rPr>
              <a:t>Simulador de Nave Interestelar - Entrega 1</a:t>
            </a:r>
            <a:endParaRPr/>
          </a:p>
        </p:txBody>
      </p:sp>
      <p:sp>
        <p:nvSpPr>
          <p:cNvPr id="699729264" name="Subtítulo 2"/>
          <p:cNvSpPr>
            <a:spLocks noGrp="1"/>
          </p:cNvSpPr>
          <p:nvPr>
            <p:ph type="subTitle" idx="1"/>
          </p:nvPr>
        </p:nvSpPr>
        <p:spPr bwMode="auto">
          <a:xfrm flipH="0" flipV="0">
            <a:off x="579780" y="2146230"/>
            <a:ext cx="7688495" cy="1655760"/>
          </a:xfrm>
        </p:spPr>
        <p:txBody>
          <a:bodyPr/>
          <a:lstStyle/>
          <a:p>
            <a:pPr>
              <a:defRPr/>
            </a:pPr>
            <a:r>
              <a:rPr sz="2400" b="0" i="0" u="none">
                <a:solidFill>
                  <a:schemeClr val="accent2">
                    <a:lumMod val="20000"/>
                    <a:lumOff val="80000"/>
                  </a:schemeClr>
                </a:solidFill>
                <a:latin typeface="Poppins SemiBold"/>
                <a:ea typeface="Poppins SemiBold"/>
                <a:cs typeface="Poppins SemiBold"/>
              </a:rPr>
              <a:t>Arquitectura, Patrones de </a:t>
            </a:r>
            <a:r>
              <a:rPr sz="2400" b="0" i="0" u="none">
                <a:solidFill>
                  <a:schemeClr val="accent2">
                    <a:lumMod val="20000"/>
                    <a:lumOff val="80000"/>
                  </a:schemeClr>
                </a:solidFill>
                <a:latin typeface="Poppins SemiBold"/>
                <a:ea typeface="Poppins SemiBold"/>
                <a:cs typeface="Poppins SemiBold"/>
              </a:rPr>
              <a:t>Diseño </a:t>
            </a:r>
            <a:r>
              <a:rPr sz="2400" b="0" i="0" u="none">
                <a:solidFill>
                  <a:schemeClr val="accent2">
                    <a:lumMod val="20000"/>
                    <a:lumOff val="80000"/>
                  </a:schemeClr>
                </a:solidFill>
                <a:latin typeface="Poppins SemiBold"/>
                <a:ea typeface="Poppins SemiBold"/>
                <a:cs typeface="Poppins SemiBold"/>
              </a:rPr>
              <a:t>y Contratos</a:t>
            </a:r>
            <a:endParaRPr>
              <a:latin typeface="Poppins SemiBold"/>
              <a:cs typeface="Poppins SemiBold"/>
            </a:endParaRPr>
          </a:p>
        </p:txBody>
      </p:sp>
      <p:sp>
        <p:nvSpPr>
          <p:cNvPr id="2137259649" name=""/>
          <p:cNvSpPr txBox="1"/>
          <p:nvPr/>
        </p:nvSpPr>
        <p:spPr bwMode="auto">
          <a:xfrm rot="0" flipH="0" flipV="0">
            <a:off x="102669" y="6380825"/>
            <a:ext cx="498588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200" b="0" i="0" u="none">
                <a:solidFill>
                  <a:schemeClr val="bg1"/>
                </a:solidFill>
                <a:latin typeface="Poppins Medium"/>
                <a:ea typeface="Poppins Medium"/>
                <a:cs typeface="Poppins Medium"/>
              </a:rPr>
              <a:t>Ingeniería en Informática, Facultad de Ingeniería (UNMdP)</a:t>
            </a:r>
            <a:endParaRPr>
              <a:latin typeface="Poppins Medium"/>
              <a:cs typeface="Poppins Medium"/>
            </a:endParaRPr>
          </a:p>
        </p:txBody>
      </p:sp>
      <p:sp>
        <p:nvSpPr>
          <p:cNvPr id="424298071" name=""/>
          <p:cNvSpPr txBox="1"/>
          <p:nvPr/>
        </p:nvSpPr>
        <p:spPr bwMode="auto">
          <a:xfrm rot="0" flipH="0" flipV="0">
            <a:off x="6834902" y="6380825"/>
            <a:ext cx="518006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1200" b="0" i="0" u="none">
                <a:solidFill>
                  <a:schemeClr val="bg1"/>
                </a:solidFill>
                <a:latin typeface="Poppins Medium"/>
                <a:ea typeface="Poppins Medium"/>
                <a:cs typeface="Poppins Medium"/>
              </a:rPr>
              <a:t>Amelie Iasillo, Facundo</a:t>
            </a:r>
            <a:r>
              <a:rPr lang="es-AR" sz="1200" b="0" i="0" u="none">
                <a:solidFill>
                  <a:schemeClr val="bg1"/>
                </a:solidFill>
                <a:latin typeface="Poppins Medium"/>
                <a:ea typeface="Poppins Medium"/>
                <a:cs typeface="Poppins Medium"/>
              </a:rPr>
              <a:t> Elizalde</a:t>
            </a:r>
            <a:r>
              <a:rPr sz="1200" b="0" i="0" u="none">
                <a:solidFill>
                  <a:schemeClr val="bg1"/>
                </a:solidFill>
                <a:latin typeface="Poppins Medium"/>
                <a:ea typeface="Poppins Medium"/>
                <a:cs typeface="Poppins Medium"/>
              </a:rPr>
              <a:t>, Ramiro</a:t>
            </a:r>
            <a:r>
              <a:rPr lang="es-AR" sz="1200" b="0" i="0" u="none">
                <a:solidFill>
                  <a:schemeClr val="bg1"/>
                </a:solidFill>
                <a:latin typeface="Poppins Medium"/>
                <a:ea typeface="Poppins Medium"/>
                <a:cs typeface="Poppins Medium"/>
              </a:rPr>
              <a:t> Peñalva</a:t>
            </a:r>
            <a:r>
              <a:rPr sz="1200" b="0" i="0" u="none">
                <a:solidFill>
                  <a:schemeClr val="bg1"/>
                </a:solidFill>
                <a:latin typeface="Poppins Medium"/>
                <a:ea typeface="Poppins Medium"/>
                <a:cs typeface="Poppins Medium"/>
              </a:rPr>
              <a:t>, Juan</a:t>
            </a:r>
            <a:r>
              <a:rPr lang="es-AR" sz="1200" b="0" i="0" u="none">
                <a:solidFill>
                  <a:schemeClr val="bg1"/>
                </a:solidFill>
                <a:latin typeface="Poppins Medium"/>
                <a:ea typeface="Poppins Medium"/>
                <a:cs typeface="Poppins Medium"/>
              </a:rPr>
              <a:t> Mc Kesey</a:t>
            </a:r>
            <a:r>
              <a:rPr sz="1200" b="0" i="0" u="none">
                <a:solidFill>
                  <a:schemeClr val="bg1"/>
                </a:solidFill>
                <a:latin typeface="Poppins Medium"/>
                <a:ea typeface="Poppins Medium"/>
                <a:cs typeface="Poppins Medium"/>
              </a:rPr>
              <a:t>.</a:t>
            </a:r>
            <a:endParaRPr>
              <a:solidFill>
                <a:schemeClr val="bg1"/>
              </a:solidFill>
              <a:latin typeface="Poppins Medium"/>
              <a:cs typeface="Poppins Medium"/>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2457257" name="Title 1"/>
          <p:cNvSpPr>
            <a:spLocks noGrp="1"/>
          </p:cNvSpPr>
          <p:nvPr>
            <p:ph type="title"/>
          </p:nvPr>
        </p:nvSpPr>
        <p:spPr bwMode="auto">
          <a:xfrm flipH="0" flipV="0">
            <a:off x="698690" y="670293"/>
            <a:ext cx="3133241" cy="1325561"/>
          </a:xfrm>
        </p:spPr>
        <p:txBody>
          <a:bodyPr vertOverflow="overflow" horzOverflow="overflow" vert="horz" wrap="square" lIns="91440" tIns="45720" rIns="91440" bIns="45720" numCol="1" spcCol="0" rtlCol="0" fromWordArt="0" anchor="ctr" anchorCtr="0" forceAA="0" upright="0" compatLnSpc="0">
            <a:normAutofit fontScale="90000" lnSpcReduction="2000"/>
          </a:bodyPr>
          <a:lstStyle/>
          <a:p>
            <a:pPr marL="0" marR="0" indent="0" algn="l">
              <a:lnSpc>
                <a:spcPct val="90000"/>
              </a:lnSpc>
              <a:spcBef>
                <a:spcPts val="0"/>
              </a:spcBef>
              <a:spcAft>
                <a:spcPts val="0"/>
              </a:spcAft>
              <a:buNone/>
              <a:defRPr/>
            </a:pPr>
            <a:r>
              <a:rPr lang="es-AR" sz="6000" b="0" i="0" u="none" strike="noStrike" cap="none" spc="0">
                <a:solidFill>
                  <a:schemeClr val="accent3">
                    <a:lumMod val="20000"/>
                    <a:lumOff val="80000"/>
                  </a:schemeClr>
                </a:solidFill>
                <a:latin typeface="Poppins ExtraBold"/>
                <a:ea typeface="Poppins ExtraBold"/>
                <a:cs typeface="Poppins ExtraBold"/>
              </a:rPr>
              <a:t>Diseño</a:t>
            </a:r>
            <a:r>
              <a:rPr lang="es-AR" sz="6000" b="0" i="0" u="none" strike="noStrike" cap="none" spc="0">
                <a:solidFill>
                  <a:schemeClr val="accent3">
                    <a:lumMod val="20000"/>
                    <a:lumOff val="80000"/>
                  </a:schemeClr>
                </a:solidFill>
                <a:latin typeface="Poppins ExtraBold"/>
                <a:ea typeface="Poppins ExtraBold"/>
                <a:cs typeface="Poppins ExtraBold"/>
              </a:rPr>
              <a:t> </a:t>
            </a:r>
            <a:br>
              <a:rPr lang="es-AR" sz="6000" b="0" i="0" u="none" strike="noStrike" cap="none" spc="0">
                <a:solidFill>
                  <a:schemeClr val="accent3">
                    <a:lumMod val="20000"/>
                    <a:lumOff val="80000"/>
                  </a:schemeClr>
                </a:solidFill>
                <a:latin typeface="Poppins ExtraBold"/>
                <a:ea typeface="Poppins ExtraBold"/>
                <a:cs typeface="Poppins ExtraBold"/>
              </a:rPr>
            </a:br>
            <a:r>
              <a:rPr lang="es-AR" sz="6000" b="0" i="0" u="none" strike="noStrike" cap="none" spc="0">
                <a:solidFill>
                  <a:schemeClr val="accent3">
                    <a:lumMod val="20000"/>
                    <a:lumOff val="80000"/>
                  </a:schemeClr>
                </a:solidFill>
                <a:latin typeface="Poppins ExtraBold"/>
                <a:ea typeface="Poppins ExtraBold"/>
                <a:cs typeface="Poppins ExtraBold"/>
              </a:rPr>
              <a:t>General</a:t>
            </a:r>
            <a:endParaRPr/>
          </a:p>
        </p:txBody>
      </p:sp>
      <p:sp>
        <p:nvSpPr>
          <p:cNvPr id="1347988329" name=""/>
          <p:cNvSpPr txBox="1"/>
          <p:nvPr/>
        </p:nvSpPr>
        <p:spPr bwMode="auto">
          <a:xfrm rot="0" flipH="0" flipV="0">
            <a:off x="588700" y="2136188"/>
            <a:ext cx="3353221" cy="3063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just">
              <a:lnSpc>
                <a:spcPct val="100000"/>
              </a:lnSpc>
              <a:spcBef>
                <a:spcPts val="0"/>
              </a:spcBef>
              <a:spcAft>
                <a:spcPts val="0"/>
              </a:spcAft>
              <a:buFont typeface="Arial"/>
              <a:buNone/>
              <a:defRPr/>
            </a:pPr>
            <a:r>
              <a:rPr lang="es-ES" sz="1300" b="0" i="0" u="none" strike="noStrike" cap="none" spc="0">
                <a:solidFill>
                  <a:schemeClr val="bg1">
                    <a:lumMod val="95000"/>
                  </a:schemeClr>
                </a:solidFill>
                <a:latin typeface="Poppins SemiBold"/>
                <a:ea typeface="Poppins SemiBold"/>
                <a:cs typeface="Poppins SemiBold"/>
              </a:rPr>
              <a:t>El diseño de nuestro TPG destaca por tener una arquitectura de nivel profesional basada en principios SOLID. Logramos un sistema </a:t>
            </a:r>
            <a:r>
              <a:rPr lang="es-ES" sz="1300" b="0" i="0" u="none" strike="noStrike" cap="none" spc="0">
                <a:solidFill>
                  <a:schemeClr val="bg1">
                    <a:lumMod val="95000"/>
                  </a:schemeClr>
                </a:solidFill>
                <a:latin typeface="Poppins SemiBold"/>
                <a:ea typeface="Poppins SemiBold"/>
                <a:cs typeface="Poppins SemiBold"/>
              </a:rPr>
              <a:t>altamente escalable</a:t>
            </a:r>
            <a:r>
              <a:rPr lang="es-ES" sz="1300" b="0" i="0" u="none" strike="noStrike" cap="none" spc="0">
                <a:solidFill>
                  <a:schemeClr val="bg1">
                    <a:lumMod val="95000"/>
                  </a:schemeClr>
                </a:solidFill>
                <a:latin typeface="Poppins SemiBold"/>
                <a:ea typeface="Poppins SemiBold"/>
                <a:cs typeface="Poppins SemiBold"/>
              </a:rPr>
              <a:t> que puede crecer sin modificar el código base (gracias a las interfaces y el Factory), con un </a:t>
            </a:r>
            <a:r>
              <a:rPr lang="es-ES" sz="1300" b="0" i="0" u="none" strike="noStrike" cap="none" spc="0">
                <a:solidFill>
                  <a:schemeClr val="bg1">
                    <a:lumMod val="95000"/>
                  </a:schemeClr>
                </a:solidFill>
                <a:latin typeface="Poppins SemiBold"/>
                <a:ea typeface="Poppins SemiBold"/>
                <a:cs typeface="Poppins SemiBold"/>
              </a:rPr>
              <a:t>estricto encapsulamiento</a:t>
            </a:r>
            <a:r>
              <a:rPr lang="es-ES" sz="1300" b="0" i="0" u="none" strike="noStrike" cap="none" spc="0">
                <a:solidFill>
                  <a:schemeClr val="bg1">
                    <a:lumMod val="95000"/>
                  </a:schemeClr>
                </a:solidFill>
                <a:latin typeface="Poppins SemiBold"/>
                <a:ea typeface="Poppins SemiBold"/>
                <a:cs typeface="Poppins SemiBold"/>
              </a:rPr>
              <a:t> donde los objetos resuelven su propia lógica (Principio </a:t>
            </a:r>
            <a:r>
              <a:rPr lang="es-ES" sz="1300" b="0" i="0" u="none" strike="noStrike" cap="none" spc="0">
                <a:solidFill>
                  <a:schemeClr val="bg1">
                    <a:lumMod val="95000"/>
                  </a:schemeClr>
                </a:solidFill>
                <a:latin typeface="Poppins SemiBold"/>
                <a:ea typeface="Poppins SemiBold"/>
                <a:cs typeface="Poppins SemiBold"/>
              </a:rPr>
              <a:t>Tell, Don't Ask</a:t>
            </a:r>
            <a:r>
              <a:rPr lang="es-ES" sz="1300" b="0" i="0" u="none" strike="noStrike" cap="none" spc="0">
                <a:solidFill>
                  <a:schemeClr val="bg1">
                    <a:lumMod val="95000"/>
                  </a:schemeClr>
                </a:solidFill>
                <a:latin typeface="Poppins SemiBold"/>
                <a:ea typeface="Poppins SemiBold"/>
                <a:cs typeface="Poppins SemiBold"/>
              </a:rPr>
              <a:t>), y </a:t>
            </a:r>
            <a:r>
              <a:rPr lang="es-ES" sz="1300" b="0" i="0" u="none" strike="noStrike" cap="none" spc="0">
                <a:solidFill>
                  <a:schemeClr val="bg1">
                    <a:lumMod val="95000"/>
                  </a:schemeClr>
                </a:solidFill>
                <a:latin typeface="Poppins SemiBold"/>
                <a:ea typeface="Poppins SemiBold"/>
                <a:cs typeface="Poppins SemiBold"/>
              </a:rPr>
              <a:t>completamente robusto</a:t>
            </a:r>
            <a:r>
              <a:rPr lang="es-ES" sz="1300" b="0" i="0" u="none" strike="noStrike" cap="none" spc="0">
                <a:solidFill>
                  <a:schemeClr val="bg1">
                    <a:lumMod val="95000"/>
                  </a:schemeClr>
                </a:solidFill>
                <a:latin typeface="Poppins SemiBold"/>
                <a:ea typeface="Poppins SemiBold"/>
                <a:cs typeface="Poppins SemiBold"/>
              </a:rPr>
              <a:t>, ya que el Asistente de Comando blinda todas las operaciones mediante un sólido diseño por contratos y manejo de excepciones.</a:t>
            </a:r>
            <a:endParaRPr/>
          </a:p>
        </p:txBody>
      </p:sp>
      <p:pic>
        <p:nvPicPr>
          <p:cNvPr id="1500489834" name=""/>
          <p:cNvPicPr>
            <a:picLocks noChangeAspect="1"/>
          </p:cNvPicPr>
          <p:nvPr/>
        </p:nvPicPr>
        <p:blipFill rotWithShape="1">
          <a:blip r:embed="rId3"/>
          <a:stretch/>
        </p:blipFill>
        <p:spPr bwMode="auto">
          <a:xfrm flipH="0" flipV="0">
            <a:off x="4090984" y="65961"/>
            <a:ext cx="7619999" cy="67260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4920175" name="Title 1"/>
          <p:cNvSpPr>
            <a:spLocks noGrp="1"/>
          </p:cNvSpPr>
          <p:nvPr>
            <p:ph type="title"/>
          </p:nvPr>
        </p:nvSpPr>
        <p:spPr bwMode="auto">
          <a:xfrm>
            <a:off x="656842" y="500059"/>
            <a:ext cx="10515600" cy="1325562"/>
          </a:xfrm>
        </p:spPr>
        <p:txBody>
          <a:bodyPr/>
          <a:lstStyle/>
          <a:p>
            <a:pPr marL="0" marR="0" indent="0" algn="l">
              <a:lnSpc>
                <a:spcPct val="90000"/>
              </a:lnSpc>
              <a:spcBef>
                <a:spcPts val="0"/>
              </a:spcBef>
              <a:spcAft>
                <a:spcPts val="0"/>
              </a:spcAft>
              <a:buNone/>
              <a:defRPr/>
            </a:pPr>
            <a:r>
              <a:rPr sz="5400" b="0" i="0" u="none" strike="noStrike" cap="none" spc="0">
                <a:solidFill>
                  <a:schemeClr val="accent3">
                    <a:lumMod val="20000"/>
                    <a:lumOff val="80000"/>
                  </a:schemeClr>
                </a:solidFill>
                <a:latin typeface="Poppins ExtraBold"/>
                <a:ea typeface="Poppins ExtraBold"/>
                <a:cs typeface="Poppins ExtraBold"/>
              </a:rPr>
              <a:t>Patrón State </a:t>
            </a:r>
            <a:endParaRPr/>
          </a:p>
        </p:txBody>
      </p:sp>
      <p:sp>
        <p:nvSpPr>
          <p:cNvPr id="1426992724" name="Content Placeholder 2"/>
          <p:cNvSpPr>
            <a:spLocks noGrp="1"/>
          </p:cNvSpPr>
          <p:nvPr>
            <p:ph idx="1"/>
          </p:nvPr>
        </p:nvSpPr>
        <p:spPr bwMode="auto">
          <a:xfrm flipH="0" flipV="0">
            <a:off x="656842" y="2182849"/>
            <a:ext cx="5656641" cy="2247158"/>
          </a:xfrm>
        </p:spPr>
        <p:txBody>
          <a:bodyPr/>
          <a:lstStyle/>
          <a:p>
            <a:pPr marL="0" marR="0" indent="0" algn="just">
              <a:lnSpc>
                <a:spcPct val="100000"/>
              </a:lnSpc>
              <a:spcBef>
                <a:spcPts val="0"/>
              </a:spcBef>
              <a:spcAft>
                <a:spcPts val="0"/>
              </a:spcAft>
              <a:buFont typeface="Arial"/>
              <a:buNone/>
              <a:defRPr/>
            </a:pPr>
            <a:r>
              <a:rPr lang="es-ES" sz="1800" b="0" i="0" u="none" strike="noStrike" cap="none" spc="0">
                <a:solidFill>
                  <a:schemeClr val="bg1">
                    <a:lumMod val="95000"/>
                  </a:schemeClr>
                </a:solidFill>
                <a:latin typeface="Poppins SemiBold"/>
                <a:ea typeface="Poppins SemiBold"/>
                <a:cs typeface="Poppins SemiBold"/>
              </a:rPr>
              <a:t>Para el Motor Warp, implementamos el patrón State. Esto nos garantiza que la nave no pueda saltar si no está preparada, o que no intente preparar un salto si </a:t>
            </a:r>
            <a:r>
              <a:rPr lang="es-AR" sz="1800" b="0" i="0" u="none" strike="noStrike" cap="none" spc="0">
                <a:solidFill>
                  <a:schemeClr val="bg1">
                    <a:lumMod val="95000"/>
                  </a:schemeClr>
                </a:solidFill>
                <a:latin typeface="Poppins SemiBold"/>
                <a:ea typeface="Poppins SemiBold"/>
                <a:cs typeface="Poppins SemiBold"/>
              </a:rPr>
              <a:t>no puede</a:t>
            </a:r>
            <a:r>
              <a:rPr lang="es-ES" sz="1800" b="0" i="0" u="none" strike="noStrike" cap="none" spc="0">
                <a:solidFill>
                  <a:schemeClr val="bg1">
                    <a:lumMod val="95000"/>
                  </a:schemeClr>
                </a:solidFill>
                <a:latin typeface="Poppins SemiBold"/>
                <a:ea typeface="Poppins SemiBold"/>
                <a:cs typeface="Poppins SemiBold"/>
              </a:rPr>
              <a:t>. Cada estado es una clase independiente que controla hacia qué siguiente estado puede transicionar el motor, haciendo el código mucho más seguro.</a:t>
            </a:r>
            <a:endParaRPr lang="es-ES" sz="1800" b="0" i="0" u="none" strike="noStrike" cap="none" spc="0">
              <a:solidFill>
                <a:schemeClr val="bg1">
                  <a:lumMod val="95000"/>
                </a:schemeClr>
              </a:solidFill>
              <a:latin typeface="Poppins SemiBold"/>
              <a:ea typeface="Poppins SemiBold"/>
              <a:cs typeface="Poppins SemiBold"/>
            </a:endParaRPr>
          </a:p>
        </p:txBody>
      </p:sp>
      <p:pic>
        <p:nvPicPr>
          <p:cNvPr id="1745868720" name=""/>
          <p:cNvPicPr>
            <a:picLocks noChangeAspect="1"/>
          </p:cNvPicPr>
          <p:nvPr/>
        </p:nvPicPr>
        <p:blipFill rotWithShape="1">
          <a:blip r:embed="rId3"/>
          <a:stretch/>
        </p:blipFill>
        <p:spPr bwMode="auto">
          <a:xfrm flipH="0" flipV="0">
            <a:off x="6021116" y="1162842"/>
            <a:ext cx="6537087" cy="6534334"/>
          </a:xfrm>
          <a:prstGeom prst="rect">
            <a:avLst/>
          </a:prstGeom>
        </p:spPr>
      </p:pic>
      <p:sp>
        <p:nvSpPr>
          <p:cNvPr id="1228177503" name=""/>
          <p:cNvSpPr txBox="1"/>
          <p:nvPr/>
        </p:nvSpPr>
        <p:spPr bwMode="auto">
          <a:xfrm rot="0" flipH="0" flipV="0">
            <a:off x="656842" y="1615129"/>
            <a:ext cx="5441171" cy="420984"/>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90000"/>
              </a:lnSpc>
              <a:spcBef>
                <a:spcPts val="999"/>
              </a:spcBef>
              <a:spcAft>
                <a:spcPts val="0"/>
              </a:spcAft>
              <a:buFont typeface="Arial"/>
              <a:buNone/>
              <a:defRPr/>
            </a:pPr>
            <a:r>
              <a:rPr lang="es-ES" sz="2400" b="0" i="0" u="none" strike="noStrike" cap="none" spc="0">
                <a:solidFill>
                  <a:schemeClr val="accent3">
                    <a:lumMod val="20000"/>
                    <a:lumOff val="80000"/>
                  </a:schemeClr>
                </a:solidFill>
                <a:latin typeface="Poppins SemiBold"/>
                <a:ea typeface="Poppins SemiBold"/>
                <a:cs typeface="Poppins SemiBold"/>
              </a:rPr>
              <a:t>El </a:t>
            </a:r>
            <a:r>
              <a:rPr lang="es-ES" sz="2400" b="0" i="0" u="none" strike="noStrike" cap="none" spc="0">
                <a:solidFill>
                  <a:schemeClr val="accent3">
                    <a:lumMod val="20000"/>
                    <a:lumOff val="80000"/>
                  </a:schemeClr>
                </a:solidFill>
                <a:latin typeface="Poppins SemiBold"/>
                <a:ea typeface="Poppins SemiBold"/>
                <a:cs typeface="Poppins SemiBold"/>
              </a:rPr>
              <a:t>Motor Warp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1236124" name="Title 1"/>
          <p:cNvSpPr>
            <a:spLocks noGrp="1"/>
          </p:cNvSpPr>
          <p:nvPr>
            <p:ph type="title"/>
          </p:nvPr>
        </p:nvSpPr>
        <p:spPr bwMode="auto">
          <a:xfrm>
            <a:off x="761198" y="365123"/>
            <a:ext cx="10515600" cy="1325562"/>
          </a:xfrm>
        </p:spPr>
        <p:txBody>
          <a:bodyPr vertOverflow="overflow" horzOverflow="overflow" vert="horz" wrap="square" lIns="91440" tIns="45720" rIns="91440" bIns="45720" numCol="1" spcCol="0" rtlCol="0" fromWordArt="0" anchor="ctr" anchorCtr="0" forceAA="0" upright="0" compatLnSpc="0">
            <a:normAutofit/>
          </a:bodyPr>
          <a:lstStyle/>
          <a:p>
            <a:pPr marL="0" marR="0" indent="0" algn="l">
              <a:lnSpc>
                <a:spcPct val="90000"/>
              </a:lnSpc>
              <a:spcBef>
                <a:spcPts val="0"/>
              </a:spcBef>
              <a:spcAft>
                <a:spcPts val="0"/>
              </a:spcAft>
              <a:buNone/>
              <a:defRPr/>
            </a:pPr>
            <a:r>
              <a:rPr lang="es-ES" sz="5400" b="0" i="0" u="none" strike="noStrike" cap="none" spc="0">
                <a:solidFill>
                  <a:schemeClr val="accent3">
                    <a:lumMod val="20000"/>
                    <a:lumOff val="80000"/>
                  </a:schemeClr>
                </a:solidFill>
                <a:latin typeface="Poppins ExtraBold"/>
                <a:ea typeface="Poppins ExtraBold"/>
                <a:cs typeface="Poppins ExtraBold"/>
              </a:rPr>
              <a:t>Patrón Template Method </a:t>
            </a:r>
            <a:endParaRPr/>
          </a:p>
        </p:txBody>
      </p:sp>
      <p:sp>
        <p:nvSpPr>
          <p:cNvPr id="1947318497" name="Content Placeholder 2"/>
          <p:cNvSpPr>
            <a:spLocks noGrp="1"/>
          </p:cNvSpPr>
          <p:nvPr>
            <p:ph idx="1"/>
          </p:nvPr>
        </p:nvSpPr>
        <p:spPr bwMode="auto">
          <a:xfrm flipH="0" flipV="0">
            <a:off x="761198" y="2052959"/>
            <a:ext cx="10515600" cy="3837326"/>
          </a:xfrm>
        </p:spPr>
        <p:txBody>
          <a:bodyPr/>
          <a:lstStyle/>
          <a:p>
            <a:pPr marL="0" marR="0" indent="0" algn="just">
              <a:lnSpc>
                <a:spcPct val="100000"/>
              </a:lnSpc>
              <a:spcBef>
                <a:spcPts val="0"/>
              </a:spcBef>
              <a:spcAft>
                <a:spcPts val="0"/>
              </a:spcAft>
              <a:buFont typeface="Arial"/>
              <a:buNone/>
              <a:defRPr/>
            </a:pPr>
            <a:r>
              <a:rPr lang="es-ES" sz="1800" b="0" i="0" u="none" strike="noStrike" cap="none" spc="0">
                <a:solidFill>
                  <a:schemeClr val="bg1">
                    <a:lumMod val="95000"/>
                  </a:schemeClr>
                </a:solidFill>
                <a:latin typeface="Poppins SemiBold"/>
                <a:ea typeface="Poppins SemiBold"/>
                <a:cs typeface="Poppins SemiBold"/>
              </a:rPr>
              <a:t>Usamos el patrón Template Method para estructurar las misiones. Definimos un método final </a:t>
            </a:r>
            <a:r>
              <a:rPr lang="es-ES" sz="1800" b="0" i="0" u="none" strike="noStrike" cap="none" spc="0">
                <a:solidFill>
                  <a:schemeClr val="bg1">
                    <a:lumMod val="95000"/>
                  </a:schemeClr>
                </a:solidFill>
                <a:latin typeface="Poppins SemiBold"/>
                <a:ea typeface="Poppins SemiBold"/>
                <a:cs typeface="Poppins SemiBold"/>
              </a:rPr>
              <a:t>IniciarMision</a:t>
            </a:r>
            <a:r>
              <a:rPr lang="es-ES" sz="1800" b="0" i="0" u="none" strike="noStrike" cap="none" spc="0">
                <a:solidFill>
                  <a:schemeClr val="bg1">
                    <a:lumMod val="95000"/>
                  </a:schemeClr>
                </a:solidFill>
                <a:latin typeface="Poppins SemiBold"/>
                <a:ea typeface="Poppins SemiBold"/>
                <a:cs typeface="Poppins SemiBold"/>
              </a:rPr>
              <a:t> que obliga a que toda operación pase estrictamente por cuatro fases: preparar, ejecutar, aplicar consecuencias y finalizar. Las misiones hijas, como Recolección o Intercepción, solo pueden redefinir </a:t>
            </a:r>
            <a:r>
              <a:rPr lang="es-ES" sz="1800" b="0" i="0" u="none" strike="noStrike" cap="none" spc="0">
                <a:solidFill>
                  <a:schemeClr val="bg1">
                    <a:lumMod val="95000"/>
                  </a:schemeClr>
                </a:solidFill>
                <a:latin typeface="Poppins SemiBold"/>
                <a:ea typeface="Poppins SemiBold"/>
                <a:cs typeface="Poppins SemiBold"/>
              </a:rPr>
              <a:t>cómo</a:t>
            </a:r>
            <a:r>
              <a:rPr lang="es-ES" sz="1800" b="0" i="0" u="none" strike="noStrike" cap="none" spc="0">
                <a:solidFill>
                  <a:schemeClr val="bg1">
                    <a:lumMod val="95000"/>
                  </a:schemeClr>
                </a:solidFill>
                <a:latin typeface="Poppins SemiBold"/>
                <a:ea typeface="Poppins SemiBold"/>
                <a:cs typeface="Poppins SemiBold"/>
              </a:rPr>
              <a:t> se ejecutan, pero no pueden alterar el orden lógico del ciclo de vida</a:t>
            </a:r>
            <a:r>
              <a:rPr sz="1200" b="0" i="0" u="none">
                <a:solidFill>
                  <a:srgbClr val="000000"/>
                </a:solidFill>
                <a:latin typeface="Times New Roman"/>
                <a:ea typeface="Times New Roman"/>
                <a:cs typeface="Times New Roman"/>
              </a:rPr>
              <a:t>.</a:t>
            </a:r>
            <a:endParaRPr/>
          </a:p>
        </p:txBody>
      </p:sp>
      <p:sp>
        <p:nvSpPr>
          <p:cNvPr id="67976750" name=""/>
          <p:cNvSpPr txBox="1"/>
          <p:nvPr/>
        </p:nvSpPr>
        <p:spPr bwMode="auto">
          <a:xfrm rot="0" flipH="0" flipV="0">
            <a:off x="761198" y="1461115"/>
            <a:ext cx="5439732" cy="420984"/>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90000"/>
              </a:lnSpc>
              <a:spcBef>
                <a:spcPts val="999"/>
              </a:spcBef>
              <a:spcAft>
                <a:spcPts val="0"/>
              </a:spcAft>
              <a:buFont typeface="Arial"/>
              <a:buNone/>
              <a:defRPr/>
            </a:pPr>
            <a:r>
              <a:rPr lang="es-ES" sz="2400" b="0" i="0" u="none" strike="noStrike" cap="none" spc="0">
                <a:solidFill>
                  <a:schemeClr val="accent2">
                    <a:lumMod val="20000"/>
                    <a:lumOff val="80000"/>
                  </a:schemeClr>
                </a:solidFill>
                <a:latin typeface="Poppins SemiBold"/>
                <a:ea typeface="Poppins SemiBold"/>
                <a:cs typeface="Poppins SemiBold"/>
              </a:rPr>
              <a:t>El Sistema </a:t>
            </a:r>
            <a:r>
              <a:rPr lang="es-ES" sz="2400" b="0" i="0" u="none" strike="noStrike" cap="none" spc="0">
                <a:solidFill>
                  <a:schemeClr val="accent2">
                    <a:lumMod val="20000"/>
                    <a:lumOff val="80000"/>
                  </a:schemeClr>
                </a:solidFill>
                <a:latin typeface="Poppins SemiBold"/>
                <a:ea typeface="Poppins SemiBold"/>
                <a:cs typeface="Poppins SemiBold"/>
              </a:rPr>
              <a:t>de Misi</a:t>
            </a:r>
            <a:r>
              <a:rPr lang="es-ES" sz="2400" b="0" i="0" u="none" strike="noStrike" cap="none" spc="0">
                <a:solidFill>
                  <a:schemeClr val="accent2">
                    <a:lumMod val="20000"/>
                    <a:lumOff val="80000"/>
                  </a:schemeClr>
                </a:solidFill>
                <a:latin typeface="Poppins SemiBold"/>
                <a:ea typeface="Poppins SemiBold"/>
                <a:cs typeface="Poppins SemiBold"/>
              </a:rPr>
              <a:t>ones</a:t>
            </a:r>
            <a:endParaRPr/>
          </a:p>
        </p:txBody>
      </p:sp>
      <p:pic>
        <p:nvPicPr>
          <p:cNvPr id="1055877678" name=""/>
          <p:cNvPicPr>
            <a:picLocks noChangeAspect="1"/>
          </p:cNvPicPr>
          <p:nvPr/>
        </p:nvPicPr>
        <p:blipFill rotWithShape="1">
          <a:blip r:embed="rId3"/>
          <a:stretch/>
        </p:blipFill>
        <p:spPr bwMode="auto">
          <a:xfrm flipH="0" flipV="0">
            <a:off x="1022176" y="3753404"/>
            <a:ext cx="9629783" cy="188761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2868383" name="Title 1"/>
          <p:cNvSpPr>
            <a:spLocks noGrp="1"/>
          </p:cNvSpPr>
          <p:nvPr>
            <p:ph type="title"/>
          </p:nvPr>
        </p:nvSpPr>
        <p:spPr bwMode="auto">
          <a:xfrm>
            <a:off x="726200" y="365123"/>
            <a:ext cx="10515600" cy="1325562"/>
          </a:xfrm>
        </p:spPr>
        <p:txBody>
          <a:bodyPr/>
          <a:lstStyle/>
          <a:p>
            <a:pPr marL="0" marR="0" indent="0" algn="l">
              <a:lnSpc>
                <a:spcPct val="90000"/>
              </a:lnSpc>
              <a:spcBef>
                <a:spcPts val="0"/>
              </a:spcBef>
              <a:spcAft>
                <a:spcPts val="0"/>
              </a:spcAft>
              <a:buNone/>
              <a:defRPr/>
            </a:pPr>
            <a:r>
              <a:rPr sz="5400" b="0" i="0" u="none" strike="noStrike" cap="none" spc="0">
                <a:solidFill>
                  <a:schemeClr val="accent3">
                    <a:lumMod val="20000"/>
                    <a:lumOff val="80000"/>
                  </a:schemeClr>
                </a:solidFill>
                <a:latin typeface="Poppins ExtraBold"/>
                <a:ea typeface="Poppins ExtraBold"/>
                <a:cs typeface="Poppins ExtraBold"/>
              </a:rPr>
              <a:t>Asis</a:t>
            </a:r>
            <a:r>
              <a:rPr sz="5400" b="0" i="0" u="none" strike="noStrike" cap="none" spc="0">
                <a:solidFill>
                  <a:schemeClr val="accent3">
                    <a:lumMod val="20000"/>
                    <a:lumOff val="80000"/>
                  </a:schemeClr>
                </a:solidFill>
                <a:latin typeface="Poppins ExtraBold"/>
                <a:ea typeface="Poppins ExtraBold"/>
                <a:cs typeface="Poppins ExtraBold"/>
              </a:rPr>
              <a:t>tente de </a:t>
            </a:r>
            <a:r>
              <a:rPr sz="5400" b="0" i="0" u="none" strike="noStrike" cap="none" spc="0">
                <a:solidFill>
                  <a:schemeClr val="accent3">
                    <a:lumMod val="20000"/>
                    <a:lumOff val="80000"/>
                  </a:schemeClr>
                </a:solidFill>
                <a:latin typeface="Poppins ExtraBold"/>
                <a:ea typeface="Poppins ExtraBold"/>
                <a:cs typeface="Poppins ExtraBold"/>
              </a:rPr>
              <a:t>Comando</a:t>
            </a:r>
            <a:endParaRPr/>
          </a:p>
        </p:txBody>
      </p:sp>
      <p:sp>
        <p:nvSpPr>
          <p:cNvPr id="1309134170" name="Content Placeholder 2"/>
          <p:cNvSpPr>
            <a:spLocks noGrp="1"/>
          </p:cNvSpPr>
          <p:nvPr>
            <p:ph idx="1"/>
          </p:nvPr>
        </p:nvSpPr>
        <p:spPr bwMode="auto">
          <a:xfrm>
            <a:off x="726200" y="1825623"/>
            <a:ext cx="10515600" cy="4351338"/>
          </a:xfrm>
        </p:spPr>
        <p:txBody>
          <a:bodyPr/>
          <a:lstStyle/>
          <a:p>
            <a:pPr marL="0" marR="0" indent="0" algn="just">
              <a:lnSpc>
                <a:spcPct val="100000"/>
              </a:lnSpc>
              <a:spcBef>
                <a:spcPts val="0"/>
              </a:spcBef>
              <a:spcAft>
                <a:spcPts val="0"/>
              </a:spcAft>
              <a:buFont typeface="Arial"/>
              <a:buNone/>
              <a:defRPr/>
            </a:pPr>
            <a:r>
              <a:rPr lang="es-ES" sz="1800" b="0" i="0" u="none" strike="noStrike" cap="none" spc="0">
                <a:solidFill>
                  <a:schemeClr val="bg1">
                    <a:lumMod val="95000"/>
                  </a:schemeClr>
                </a:solidFill>
                <a:latin typeface="Poppins SemiBold"/>
                <a:ea typeface="Poppins SemiBold"/>
                <a:cs typeface="Poppins SemiBold"/>
              </a:rPr>
              <a:t>El Asistente de Comando actúa como nuestra interfaz principal. Cumplimos estrictamente el requerimiento de que las misiones nunca interactúen directamente con la nave. El Asistente es el único autorizado para consultar recursos, coordinar con la bitácora y ordenar las transiciones del motor.</a:t>
            </a:r>
            <a:endParaRPr/>
          </a:p>
        </p:txBody>
      </p:sp>
      <p:pic>
        <p:nvPicPr>
          <p:cNvPr id="675450086" name=""/>
          <p:cNvPicPr>
            <a:picLocks noChangeAspect="1"/>
          </p:cNvPicPr>
          <p:nvPr/>
        </p:nvPicPr>
        <p:blipFill rotWithShape="1">
          <a:blip r:embed="rId3"/>
          <a:stretch/>
        </p:blipFill>
        <p:spPr bwMode="auto">
          <a:xfrm>
            <a:off x="6453361" y="2496932"/>
            <a:ext cx="4286250" cy="42862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2961591" name="Title 1"/>
          <p:cNvSpPr>
            <a:spLocks noGrp="1"/>
          </p:cNvSpPr>
          <p:nvPr>
            <p:ph type="title"/>
          </p:nvPr>
        </p:nvSpPr>
        <p:spPr bwMode="auto"/>
        <p:txBody>
          <a:bodyPr/>
          <a:lstStyle/>
          <a:p>
            <a:pPr marL="0" marR="0" indent="0" algn="l">
              <a:lnSpc>
                <a:spcPct val="90000"/>
              </a:lnSpc>
              <a:spcBef>
                <a:spcPts val="0"/>
              </a:spcBef>
              <a:spcAft>
                <a:spcPts val="0"/>
              </a:spcAft>
              <a:buNone/>
              <a:defRPr/>
            </a:pPr>
            <a:r>
              <a:rPr sz="5400" b="0" i="0" u="none" strike="noStrike" cap="none" spc="0">
                <a:solidFill>
                  <a:schemeClr val="accent3">
                    <a:lumMod val="20000"/>
                    <a:lumOff val="80000"/>
                  </a:schemeClr>
                </a:solidFill>
                <a:latin typeface="Poppins ExtraBold"/>
                <a:ea typeface="Poppins ExtraBold"/>
                <a:cs typeface="Poppins ExtraBold"/>
              </a:rPr>
              <a:t>Patrón </a:t>
            </a:r>
            <a:r>
              <a:rPr sz="5400" b="0" i="0" u="none" strike="noStrike" cap="none" spc="0">
                <a:solidFill>
                  <a:schemeClr val="accent3">
                    <a:lumMod val="20000"/>
                    <a:lumOff val="80000"/>
                  </a:schemeClr>
                </a:solidFill>
                <a:latin typeface="Poppins ExtraBold"/>
                <a:ea typeface="Poppins ExtraBold"/>
                <a:cs typeface="Poppins ExtraBold"/>
              </a:rPr>
              <a:t>Factory</a:t>
            </a:r>
            <a:endParaRPr/>
          </a:p>
        </p:txBody>
      </p:sp>
      <p:sp>
        <p:nvSpPr>
          <p:cNvPr id="1072291743" name="Content Placeholder 2"/>
          <p:cNvSpPr>
            <a:spLocks noGrp="1"/>
          </p:cNvSpPr>
          <p:nvPr>
            <p:ph idx="1"/>
          </p:nvPr>
        </p:nvSpPr>
        <p:spPr bwMode="auto">
          <a:xfrm flipH="0" flipV="0">
            <a:off x="838198" y="1825624"/>
            <a:ext cx="5257800" cy="4351338"/>
          </a:xfrm>
        </p:spPr>
        <p:txBody>
          <a:bodyPr/>
          <a:lstStyle/>
          <a:p>
            <a:pPr marL="0" marR="0" indent="0" algn="just">
              <a:lnSpc>
                <a:spcPct val="100000"/>
              </a:lnSpc>
              <a:spcBef>
                <a:spcPts val="0"/>
              </a:spcBef>
              <a:spcAft>
                <a:spcPts val="0"/>
              </a:spcAft>
              <a:buFont typeface="Arial"/>
              <a:buNone/>
              <a:defRPr/>
            </a:pPr>
            <a:r>
              <a:rPr lang="es-ES" sz="1800" b="0" i="0" u="none" strike="noStrike" cap="none" spc="0">
                <a:solidFill>
                  <a:schemeClr val="bg1">
                    <a:lumMod val="95000"/>
                  </a:schemeClr>
                </a:solidFill>
                <a:latin typeface="Poppins SemiBold"/>
                <a:ea typeface="Poppins SemiBold"/>
                <a:cs typeface="Poppins SemiBold"/>
              </a:rPr>
              <a:t>Para la instanciación de las naves, el equipo implementó el patrón Factory mediante la clase </a:t>
            </a:r>
            <a:r>
              <a:rPr lang="es-ES" sz="1800" b="0" i="0" u="none" strike="noStrike" cap="none" spc="0">
                <a:solidFill>
                  <a:schemeClr val="bg1">
                    <a:lumMod val="95000"/>
                  </a:schemeClr>
                </a:solidFill>
                <a:latin typeface="Poppins SemiBold"/>
                <a:ea typeface="Poppins SemiBold"/>
                <a:cs typeface="Poppins SemiBold"/>
              </a:rPr>
              <a:t>FabricaDeNaves</a:t>
            </a:r>
            <a:r>
              <a:rPr lang="es-ES" sz="1800" b="0" i="0" u="none" strike="noStrike" cap="none" spc="0">
                <a:solidFill>
                  <a:schemeClr val="bg1">
                    <a:lumMod val="95000"/>
                  </a:schemeClr>
                </a:solidFill>
                <a:latin typeface="Poppins SemiBold"/>
                <a:ea typeface="Poppins SemiBold"/>
                <a:cs typeface="Poppins SemiBold"/>
              </a:rPr>
              <a:t>. Esto nos permite ocultar la lógica de creación. Si el día de mañana queremos agregar un nuevo tipo de nave al simulador, solo modificamos esta fábrica sin tener que alterar el resto del código que pide las naves, manteniendo el sistema escalable y ordenado.</a:t>
            </a:r>
            <a:endParaRPr/>
          </a:p>
        </p:txBody>
      </p:sp>
      <p:sp>
        <p:nvSpPr>
          <p:cNvPr id="345406815" name=""/>
          <p:cNvSpPr txBox="1"/>
          <p:nvPr/>
        </p:nvSpPr>
        <p:spPr bwMode="auto">
          <a:xfrm rot="0" flipH="0" flipV="0">
            <a:off x="838198" y="1461115"/>
            <a:ext cx="5440811" cy="420984"/>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90000"/>
              </a:lnSpc>
              <a:spcBef>
                <a:spcPts val="999"/>
              </a:spcBef>
              <a:spcAft>
                <a:spcPts val="0"/>
              </a:spcAft>
              <a:buFont typeface="Arial"/>
              <a:buNone/>
              <a:defRPr/>
            </a:pPr>
            <a:r>
              <a:rPr lang="es-ES" sz="2400" b="0" i="0" u="none" strike="noStrike" cap="none" spc="0">
                <a:solidFill>
                  <a:schemeClr val="accent2">
                    <a:lumMod val="20000"/>
                    <a:lumOff val="80000"/>
                  </a:schemeClr>
                </a:solidFill>
                <a:latin typeface="Poppins SemiBold"/>
                <a:ea typeface="Poppins SemiBold"/>
                <a:cs typeface="Poppins SemiBold"/>
              </a:rPr>
              <a:t>Instanciación de Naves</a:t>
            </a:r>
            <a:endParaRPr/>
          </a:p>
        </p:txBody>
      </p:sp>
      <p:pic>
        <p:nvPicPr>
          <p:cNvPr id="672756801" name=""/>
          <p:cNvPicPr>
            <a:picLocks noChangeAspect="1"/>
          </p:cNvPicPr>
          <p:nvPr/>
        </p:nvPicPr>
        <p:blipFill rotWithShape="1">
          <a:blip r:embed="rId3"/>
          <a:stretch/>
        </p:blipFill>
        <p:spPr bwMode="auto">
          <a:xfrm flipH="0" flipV="0">
            <a:off x="6199572" y="562579"/>
            <a:ext cx="6047257" cy="60472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0545196" name="Title 1"/>
          <p:cNvSpPr>
            <a:spLocks noGrp="1"/>
          </p:cNvSpPr>
          <p:nvPr>
            <p:ph type="title"/>
          </p:nvPr>
        </p:nvSpPr>
        <p:spPr bwMode="auto">
          <a:xfrm>
            <a:off x="722837" y="365123"/>
            <a:ext cx="10515600" cy="1325561"/>
          </a:xfrm>
        </p:spPr>
        <p:txBody>
          <a:bodyPr/>
          <a:lstStyle/>
          <a:p>
            <a:pPr marL="0" marR="0" indent="0" algn="l">
              <a:lnSpc>
                <a:spcPct val="90000"/>
              </a:lnSpc>
              <a:spcBef>
                <a:spcPts val="0"/>
              </a:spcBef>
              <a:spcAft>
                <a:spcPts val="0"/>
              </a:spcAft>
              <a:buNone/>
              <a:defRPr/>
            </a:pPr>
            <a:r>
              <a:rPr lang="es-ES" sz="5400" b="0" i="0" u="none" strike="noStrike" cap="none" spc="0">
                <a:solidFill>
                  <a:schemeClr val="accent3">
                    <a:lumMod val="20000"/>
                    <a:lumOff val="80000"/>
                  </a:schemeClr>
                </a:solidFill>
                <a:latin typeface="Poppins ExtraBold"/>
                <a:ea typeface="Poppins ExtraBold"/>
                <a:cs typeface="Poppins ExtraBold"/>
              </a:rPr>
              <a:t>Patrón </a:t>
            </a:r>
            <a:r>
              <a:rPr lang="es-ES" sz="5400" b="0" i="0" u="none" strike="noStrike" cap="none" spc="0">
                <a:solidFill>
                  <a:schemeClr val="accent3">
                    <a:lumMod val="20000"/>
                    <a:lumOff val="80000"/>
                  </a:schemeClr>
                </a:solidFill>
                <a:latin typeface="Poppins ExtraBold"/>
                <a:ea typeface="Poppins ExtraBold"/>
                <a:cs typeface="Poppins ExtraBold"/>
              </a:rPr>
              <a:t>Decorator</a:t>
            </a:r>
            <a:endParaRPr/>
          </a:p>
        </p:txBody>
      </p:sp>
      <p:sp>
        <p:nvSpPr>
          <p:cNvPr id="235543759" name="Content Placeholder 2"/>
          <p:cNvSpPr>
            <a:spLocks noGrp="1"/>
          </p:cNvSpPr>
          <p:nvPr>
            <p:ph idx="1"/>
          </p:nvPr>
        </p:nvSpPr>
        <p:spPr bwMode="auto">
          <a:xfrm flipH="0" flipV="0">
            <a:off x="722837" y="1923495"/>
            <a:ext cx="6061437" cy="3596888"/>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marR="0" indent="0" algn="just">
              <a:lnSpc>
                <a:spcPct val="100000"/>
              </a:lnSpc>
              <a:spcBef>
                <a:spcPts val="0"/>
              </a:spcBef>
              <a:spcAft>
                <a:spcPts val="0"/>
              </a:spcAft>
              <a:buFont typeface="Arial"/>
              <a:buNone/>
              <a:defRPr/>
            </a:pPr>
            <a:r>
              <a:rPr lang="es-ES" sz="1800" b="0" i="0" u="none" strike="noStrike" cap="none" spc="0">
                <a:solidFill>
                  <a:schemeClr val="bg1">
                    <a:lumMod val="95000"/>
                  </a:schemeClr>
                </a:solidFill>
                <a:latin typeface="Poppins SemiBold"/>
                <a:ea typeface="Poppins SemiBold"/>
                <a:cs typeface="Poppins SemiBold"/>
              </a:rPr>
              <a:t>Para la validación de los cargos en la nave, el equipo implementó el patrón Decorator apoyándose en la interfaz Tripulante. Esto nos permite ocultar la lógica de verificación y evitar malas prácticas como el uso de </a:t>
            </a:r>
            <a:r>
              <a:rPr lang="es-ES" sz="1800" b="0" i="0" u="none" strike="noStrike" cap="none" spc="0">
                <a:solidFill>
                  <a:schemeClr val="bg1">
                    <a:lumMod val="95000"/>
                  </a:schemeClr>
                </a:solidFill>
                <a:latin typeface="Poppins SemiBold"/>
                <a:ea typeface="Poppins SemiBold"/>
                <a:cs typeface="Poppins SemiBold"/>
              </a:rPr>
              <a:t>instanceof</a:t>
            </a:r>
            <a:r>
              <a:rPr lang="es-ES" sz="1800" b="0" i="0" u="none" strike="noStrike" cap="none" spc="0">
                <a:solidFill>
                  <a:schemeClr val="bg1">
                    <a:lumMod val="95000"/>
                  </a:schemeClr>
                </a:solidFill>
                <a:latin typeface="Poppins SemiBold"/>
                <a:ea typeface="Poppins SemiBold"/>
                <a:cs typeface="Poppins SemiBold"/>
              </a:rPr>
              <a:t>. Al pedir el cargo de forma polimórfica, la clase base responde por defecto, mientras que el Decorator intercepta el mensaje para dictar su rol real. Si el día de mañana queremos agregar un nuevo tipo de tripulante no biológico al simulador, solo implementamos esta interfaz sin tener que alterar la jerarquía de herencia biológica, manteniendo el sistema escalable y ordenado.</a:t>
            </a:r>
            <a:endParaRPr/>
          </a:p>
        </p:txBody>
      </p:sp>
      <p:sp>
        <p:nvSpPr>
          <p:cNvPr id="1447818910" name=""/>
          <p:cNvSpPr txBox="1"/>
          <p:nvPr/>
        </p:nvSpPr>
        <p:spPr bwMode="auto">
          <a:xfrm rot="0" flipH="0" flipV="0">
            <a:off x="722837" y="1502511"/>
            <a:ext cx="5442610" cy="420984"/>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l">
              <a:lnSpc>
                <a:spcPct val="90000"/>
              </a:lnSpc>
              <a:spcBef>
                <a:spcPts val="998"/>
              </a:spcBef>
              <a:spcAft>
                <a:spcPts val="0"/>
              </a:spcAft>
              <a:buFont typeface="Arial"/>
              <a:buNone/>
              <a:defRPr/>
            </a:pPr>
            <a:r>
              <a:rPr lang="es-ES" sz="2400" b="0" i="0" u="none" strike="noStrike" cap="none" spc="0">
                <a:solidFill>
                  <a:schemeClr val="accent2">
                    <a:lumMod val="20000"/>
                    <a:lumOff val="80000"/>
                  </a:schemeClr>
                </a:solidFill>
                <a:latin typeface="Poppins SemiBold"/>
                <a:ea typeface="Poppins SemiBold"/>
                <a:cs typeface="Poppins SemiBold"/>
              </a:rPr>
              <a:t>Validación de la Tripulación</a:t>
            </a:r>
            <a:endParaRPr lang="es-ES" sz="2400" b="0" i="0" u="none" strike="noStrike" cap="none" spc="0">
              <a:solidFill>
                <a:schemeClr val="accent2">
                  <a:lumMod val="20000"/>
                  <a:lumOff val="80000"/>
                </a:schemeClr>
              </a:solidFill>
              <a:latin typeface="Poppins SemiBold"/>
              <a:cs typeface="Poppins SemiBold"/>
            </a:endParaRPr>
          </a:p>
        </p:txBody>
      </p:sp>
      <p:pic>
        <p:nvPicPr>
          <p:cNvPr id="1557211921" name=""/>
          <p:cNvPicPr>
            <a:picLocks noChangeAspect="1"/>
          </p:cNvPicPr>
          <p:nvPr/>
        </p:nvPicPr>
        <p:blipFill rotWithShape="1">
          <a:blip r:embed="rId3"/>
          <a:stretch/>
        </p:blipFill>
        <p:spPr bwMode="auto">
          <a:xfrm>
            <a:off x="6825655" y="935114"/>
            <a:ext cx="4876799" cy="48767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lent Flow">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Arial Black"/>
        <a:ea typeface="SimHei"/>
        <a:cs typeface="Arial"/>
      </a:majorFont>
      <a:minorFont>
        <a:latin typeface="Arial"/>
        <a:ea typeface="Microsoft YaHei"/>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ONLYOFFICE/9.4.0.129</Application>
  <PresentationFormat>On-screen Show (4:3)</PresentationFormat>
  <Paragraphs>0</Paragraphs>
  <Slides>7</Slides>
  <Notes>7</Notes>
  <HiddenSlides>0</HiddenSlides>
  <MMClips>2</MMClips>
  <ScaleCrop>0</ScaleCrop>
  <HeadingPairs>
    <vt:vector size="4" baseType="variant">
      <vt:variant>
        <vt:lpstr>Theme</vt:lpstr>
      </vt:variant>
      <vt:variant>
        <vt:i4>1</vt:i4>
      </vt:variant>
      <vt:variant>
        <vt:lpstr>Slide Titles</vt:lpstr>
      </vt:variant>
      <vt:variant>
        <vt:i4>7</vt:i4>
      </vt:variant>
    </vt:vector>
  </HeadingPairs>
  <TitlesOfParts>
    <vt:vector size="8" baseType="lpstr">
      <vt:lpstr>Theme 1</vt:lpstr>
      <vt:lpstr>Slide 1</vt:lpstr>
      <vt:lpstr>Slide 2</vt:lpstr>
      <vt:lpstr>Slide 3</vt:lpstr>
      <vt:lpstr>Slide 4</vt:lpstr>
      <vt:lpstr>Slide 5</vt:lpstr>
      <vt:lpstr>Slide 6</vt:lpstr>
      <vt:lpstr>Slide 7</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cp:revision>
  <dcterms:modified xsi:type="dcterms:W3CDTF">2026-10-07T16:31:40Z</dcterms:modified>
</cp:coreProperties>
</file>